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ppt/metadata" ContentType="application/binary"/>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48" r:id="rId1"/>
  </p:sldMasterIdLst>
  <p:notesMasterIdLst>
    <p:notesMasterId r:id="rId13"/>
  </p:notesMasterIdLst>
  <p:sldIdLst>
    <p:sldId id="256" r:id="rId2"/>
    <p:sldId id="257" r:id="rId3"/>
    <p:sldId id="258" r:id="rId4"/>
    <p:sldId id="259" r:id="rId5"/>
    <p:sldId id="260" r:id="rId6"/>
    <p:sldId id="261" r:id="rId7"/>
    <p:sldId id="262" r:id="rId8"/>
    <p:sldId id="263" r:id="rId9"/>
    <p:sldId id="264" r:id="rId10"/>
    <p:sldId id="265" r:id="rId11"/>
    <p:sldId id="266" r:id="rId12"/>
  </p:sldIdLst>
  <p:sldSz cx="9144000" cy="5143500" type="screen16x9"/>
  <p:notesSz cx="6858000" cy="9144000"/>
  <p:embeddedFontLst>
    <p:embeddedFont>
      <p:font typeface="Montserrat" panose="00000500000000000000" pitchFamily="2" charset="0"/>
      <p:regular r:id="rId14"/>
      <p:bold r:id="rId15"/>
      <p:italic r:id="rId16"/>
      <p:boldItalic r:id="rId17"/>
    </p:embeddedFont>
    <p:embeddedFont>
      <p:font typeface="Montserrat Medium" panose="00000600000000000000" pitchFamily="2" charset="0"/>
      <p:regular r:id="rId18"/>
      <p:bold r:id="rId19"/>
      <p:italic r:id="rId20"/>
      <p:boldItalic r:id="rId2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defaultTextStyle>
  <p:extLst>
    <p:ext uri="GoogleSlidesCustomDataVersion2">
      <go:slidesCustomData xmlns:go="http://customooxmlschemas.google.com/" xmlns:ahyp="http://schemas.microsoft.com/office/drawing/2018/hyperlinkcolor" xmlns:p15="http://schemas.microsoft.com/office/powerpoint/2012/main" xmlns:p14="http://schemas.microsoft.com/office/powerpoint/2010/main" xmlns:com="http://schemas.openxmlformats.org/drawingml/2006/compatibility" xmlns:pvml="urn:schemas-microsoft-com:office:powerpoint" xmlns:v="urn:schemas-microsoft-com:vml" xmlns:o="urn:schemas-microsoft-com:office:office" xmlns:dgm="http://schemas.openxmlformats.org/drawingml/2006/diagram" xmlns:c="http://schemas.openxmlformats.org/drawingml/2006/chart" xmlns:mv="urn:schemas-microsoft-com:mac:vml" xmlns:mc="http://schemas.openxmlformats.org/markup-compatibility/2006" xmlns="" r:id="rId24" roundtripDataSignature="AMtx7mhr6v1TKdo4FLcVRSHoYfO1PusUbQ=="/>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p:cViewPr varScale="1">
        <p:scale>
          <a:sx n="78" d="100"/>
          <a:sy n="78" d="100"/>
        </p:scale>
        <p:origin x="940" y="5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notesMaster" Target="notesMasters/notesMaster1.xml"/><Relationship Id="rId18" Type="http://schemas.openxmlformats.org/officeDocument/2006/relationships/font" Target="fonts/font5.fntdata"/><Relationship Id="rId26" Type="http://schemas.openxmlformats.org/officeDocument/2006/relationships/viewProps" Target="viewProps.xml"/><Relationship Id="rId3" Type="http://schemas.openxmlformats.org/officeDocument/2006/relationships/slide" Target="slides/slide2.xml"/><Relationship Id="rId21" Type="http://schemas.openxmlformats.org/officeDocument/2006/relationships/font" Target="fonts/font8.fntdata"/><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font" Target="fonts/font4.fntdata"/><Relationship Id="rId25" Type="http://schemas.openxmlformats.org/officeDocument/2006/relationships/presProps" Target="presProps.xml"/><Relationship Id="rId2" Type="http://schemas.openxmlformats.org/officeDocument/2006/relationships/slide" Target="slides/slide1.xml"/><Relationship Id="rId16" Type="http://schemas.openxmlformats.org/officeDocument/2006/relationships/font" Target="fonts/font3.fntdata"/><Relationship Id="rId20" Type="http://schemas.openxmlformats.org/officeDocument/2006/relationships/font" Target="fonts/font7.fntdata"/><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customschemas.google.com/relationships/presentationmetadata" Target="metadata"/><Relationship Id="rId5" Type="http://schemas.openxmlformats.org/officeDocument/2006/relationships/slide" Target="slides/slide4.xml"/><Relationship Id="rId15" Type="http://schemas.openxmlformats.org/officeDocument/2006/relationships/font" Target="fonts/font2.fntdata"/><Relationship Id="rId28"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font" Target="fonts/font6.fntdata"/><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font" Target="fonts/font1.fntdata"/><Relationship Id="rId27" Type="http://schemas.openxmlformats.org/officeDocument/2006/relationships/theme" Target="theme/theme1.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381300" y="685800"/>
            <a:ext cx="6096075"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marR="0" lvl="0"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1pPr>
            <a:lvl2pPr marL="914400" marR="0" lvl="1"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2pPr>
            <a:lvl3pPr marL="1371600" marR="0" lvl="2"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3pPr>
            <a:lvl4pPr marL="1828800" marR="0" lvl="3"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4pPr>
            <a:lvl5pPr marL="2286000" marR="0" lvl="4"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5pPr>
            <a:lvl6pPr marL="2743200" marR="0" lvl="5"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6pPr>
            <a:lvl7pPr marL="3200400" marR="0" lvl="6"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7pPr>
            <a:lvl8pPr marL="3657600" marR="0" lvl="7"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8pPr>
            <a:lvl9pPr marL="4114800" marR="0" lvl="8" indent="-298450" algn="l" rtl="0">
              <a:lnSpc>
                <a:spcPct val="100000"/>
              </a:lnSpc>
              <a:spcBef>
                <a:spcPts val="0"/>
              </a:spcBef>
              <a:spcAft>
                <a:spcPts val="0"/>
              </a:spcAft>
              <a:buClr>
                <a:srgbClr val="000000"/>
              </a:buClr>
              <a:buSzPts val="1100"/>
              <a:buFont typeface="Arial"/>
              <a:buChar char="■"/>
              <a:defRPr sz="1100" b="0" i="0" u="none" strike="noStrike" cap="none">
                <a:solidFill>
                  <a:srgbClr val="000000"/>
                </a:solidFill>
                <a:latin typeface="Arial"/>
                <a:ea typeface="Arial"/>
                <a:cs typeface="Arial"/>
                <a:sym typeface="Arial"/>
              </a:defRPr>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9.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2"/>
        <p:cNvGrpSpPr/>
        <p:nvPr/>
      </p:nvGrpSpPr>
      <p:grpSpPr>
        <a:xfrm>
          <a:off x="0" y="0"/>
          <a:ext cx="0" cy="0"/>
          <a:chOff x="0" y="0"/>
          <a:chExt cx="0" cy="0"/>
        </a:xfrm>
      </p:grpSpPr>
      <p:sp>
        <p:nvSpPr>
          <p:cNvPr id="43" name="Google Shape;43;p1: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44" name="Google Shape;44;p1: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48"/>
        <p:cNvGrpSpPr/>
        <p:nvPr/>
      </p:nvGrpSpPr>
      <p:grpSpPr>
        <a:xfrm>
          <a:off x="0" y="0"/>
          <a:ext cx="0" cy="0"/>
          <a:chOff x="0" y="0"/>
          <a:chExt cx="0" cy="0"/>
        </a:xfrm>
      </p:grpSpPr>
      <p:sp>
        <p:nvSpPr>
          <p:cNvPr id="49" name="Google Shape;49;p2: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0" name="Google Shape;50;p2: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54"/>
        <p:cNvGrpSpPr/>
        <p:nvPr/>
      </p:nvGrpSpPr>
      <p:grpSpPr>
        <a:xfrm>
          <a:off x="0" y="0"/>
          <a:ext cx="0" cy="0"/>
          <a:chOff x="0" y="0"/>
          <a:chExt cx="0" cy="0"/>
        </a:xfrm>
      </p:grpSpPr>
      <p:sp>
        <p:nvSpPr>
          <p:cNvPr id="55" name="Google Shape;55;p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56" name="Google Shape;56;p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0"/>
        <p:cNvGrpSpPr/>
        <p:nvPr/>
      </p:nvGrpSpPr>
      <p:grpSpPr>
        <a:xfrm>
          <a:off x="0" y="0"/>
          <a:ext cx="0" cy="0"/>
          <a:chOff x="0" y="0"/>
          <a:chExt cx="0" cy="0"/>
        </a:xfrm>
      </p:grpSpPr>
      <p:sp>
        <p:nvSpPr>
          <p:cNvPr id="61" name="Google Shape;61;p4: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2" name="Google Shape;62;p4: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67"/>
        <p:cNvGrpSpPr/>
        <p:nvPr/>
      </p:nvGrpSpPr>
      <p:grpSpPr>
        <a:xfrm>
          <a:off x="0" y="0"/>
          <a:ext cx="0" cy="0"/>
          <a:chOff x="0" y="0"/>
          <a:chExt cx="0" cy="0"/>
        </a:xfrm>
      </p:grpSpPr>
      <p:sp>
        <p:nvSpPr>
          <p:cNvPr id="68" name="Google Shape;68;p5:notes"/>
          <p:cNvSpPr>
            <a:spLocks noGrp="1" noRot="1" noChangeAspect="1"/>
          </p:cNvSpPr>
          <p:nvPr>
            <p:ph type="sldImg" idx="2"/>
          </p:nvPr>
        </p:nvSpPr>
        <p:spPr>
          <a:xfrm>
            <a:off x="3810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69" name="Google Shape;69;p5: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74"/>
        <p:cNvGrpSpPr/>
        <p:nvPr/>
      </p:nvGrpSpPr>
      <p:grpSpPr>
        <a:xfrm>
          <a:off x="0" y="0"/>
          <a:ext cx="0" cy="0"/>
          <a:chOff x="0" y="0"/>
          <a:chExt cx="0" cy="0"/>
        </a:xfrm>
      </p:grpSpPr>
      <p:sp>
        <p:nvSpPr>
          <p:cNvPr id="75" name="Google Shape;75;p6: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76" name="Google Shape;76;p6: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1"/>
        <p:cNvGrpSpPr/>
        <p:nvPr/>
      </p:nvGrpSpPr>
      <p:grpSpPr>
        <a:xfrm>
          <a:off x="0" y="0"/>
          <a:ext cx="0" cy="0"/>
          <a:chOff x="0" y="0"/>
          <a:chExt cx="0" cy="0"/>
        </a:xfrm>
      </p:grpSpPr>
      <p:sp>
        <p:nvSpPr>
          <p:cNvPr id="82" name="Google Shape;82;p7: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83" name="Google Shape;83;p7: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88"/>
        <p:cNvGrpSpPr/>
        <p:nvPr/>
      </p:nvGrpSpPr>
      <p:grpSpPr>
        <a:xfrm>
          <a:off x="0" y="0"/>
          <a:ext cx="0" cy="0"/>
          <a:chOff x="0" y="0"/>
          <a:chExt cx="0" cy="0"/>
        </a:xfrm>
      </p:grpSpPr>
      <p:sp>
        <p:nvSpPr>
          <p:cNvPr id="89" name="Google Shape;89;p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0" name="Google Shape;90;p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95"/>
        <p:cNvGrpSpPr/>
        <p:nvPr/>
      </p:nvGrpSpPr>
      <p:grpSpPr>
        <a:xfrm>
          <a:off x="0" y="0"/>
          <a:ext cx="0" cy="0"/>
          <a:chOff x="0" y="0"/>
          <a:chExt cx="0" cy="0"/>
        </a:xfrm>
      </p:grpSpPr>
      <p:sp>
        <p:nvSpPr>
          <p:cNvPr id="96" name="Google Shape;96;p9: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97" name="Google Shape;97;p9: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1"/>
        <p:cNvGrpSpPr/>
        <p:nvPr/>
      </p:nvGrpSpPr>
      <p:grpSpPr>
        <a:xfrm>
          <a:off x="0" y="0"/>
          <a:ext cx="0" cy="0"/>
          <a:chOff x="0" y="0"/>
          <a:chExt cx="0" cy="0"/>
        </a:xfrm>
      </p:grpSpPr>
      <p:sp>
        <p:nvSpPr>
          <p:cNvPr id="102" name="Google Shape;102;g3757c5f00d6_0_28: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3" name="Google Shape;103;g3757c5f00d6_0_28: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showMasterSp="0" showMasterPhAnim="0">
  <p:cSld>
    <p:spTree>
      <p:nvGrpSpPr>
        <p:cNvPr id="1" name="Shape 107"/>
        <p:cNvGrpSpPr/>
        <p:nvPr/>
      </p:nvGrpSpPr>
      <p:grpSpPr>
        <a:xfrm>
          <a:off x="0" y="0"/>
          <a:ext cx="0" cy="0"/>
          <a:chOff x="0" y="0"/>
          <a:chExt cx="0" cy="0"/>
        </a:xfrm>
      </p:grpSpPr>
      <p:sp>
        <p:nvSpPr>
          <p:cNvPr id="108" name="Google Shape;108;g3757c5f00d6_0_33:notes"/>
          <p:cNvSpPr>
            <a:spLocks noGrp="1" noRot="1" noChangeAspect="1"/>
          </p:cNvSpPr>
          <p:nvPr>
            <p:ph type="sldImg" idx="2"/>
          </p:nvPr>
        </p:nvSpPr>
        <p:spPr>
          <a:xfrm>
            <a:off x="381300" y="685800"/>
            <a:ext cx="6096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sp>
      <p:sp>
        <p:nvSpPr>
          <p:cNvPr id="109" name="Google Shape;109;g3757c5f00d6_0_33:notes"/>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100"/>
              <a:buNone/>
            </a:pP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8"/>
        <p:cNvGrpSpPr/>
        <p:nvPr/>
      </p:nvGrpSpPr>
      <p:grpSpPr>
        <a:xfrm>
          <a:off x="0" y="0"/>
          <a:ext cx="0" cy="0"/>
          <a:chOff x="0" y="0"/>
          <a:chExt cx="0" cy="0"/>
        </a:xfrm>
      </p:grpSpPr>
      <p:sp>
        <p:nvSpPr>
          <p:cNvPr id="9" name="Google Shape;9;p16"/>
          <p:cNvSpPr txBox="1">
            <a:spLocks noGrp="1"/>
          </p:cNvSpPr>
          <p:nvPr>
            <p:ph type="ctrTitle"/>
          </p:nvPr>
        </p:nvSpPr>
        <p:spPr>
          <a:xfrm>
            <a:off x="457200" y="1224892"/>
            <a:ext cx="4487400" cy="2262600"/>
          </a:xfrm>
          <a:prstGeom prst="rect">
            <a:avLst/>
          </a:prstGeom>
          <a:noFill/>
          <a:ln>
            <a:noFill/>
          </a:ln>
        </p:spPr>
        <p:txBody>
          <a:bodyPr spcFirstLastPara="1" wrap="square" lIns="91425" tIns="91425" rIns="91425" bIns="91425" anchor="b" anchorCtr="0">
            <a:noAutofit/>
          </a:bodyPr>
          <a:lstStyle>
            <a:lvl1pPr lvl="0" algn="l">
              <a:lnSpc>
                <a:spcPct val="90000"/>
              </a:lnSpc>
              <a:spcBef>
                <a:spcPts val="0"/>
              </a:spcBef>
              <a:spcAft>
                <a:spcPts val="0"/>
              </a:spcAft>
              <a:buSzPts val="5200"/>
              <a:buNone/>
              <a:defRPr sz="5000"/>
            </a:lvl1pPr>
            <a:lvl2pPr lvl="1" algn="ctr">
              <a:lnSpc>
                <a:spcPct val="100000"/>
              </a:lnSpc>
              <a:spcBef>
                <a:spcPts val="0"/>
              </a:spcBef>
              <a:spcAft>
                <a:spcPts val="0"/>
              </a:spcAft>
              <a:buSzPts val="5200"/>
              <a:buNone/>
              <a:defRPr sz="5200"/>
            </a:lvl2pPr>
            <a:lvl3pPr lvl="2" algn="ctr">
              <a:lnSpc>
                <a:spcPct val="100000"/>
              </a:lnSpc>
              <a:spcBef>
                <a:spcPts val="0"/>
              </a:spcBef>
              <a:spcAft>
                <a:spcPts val="0"/>
              </a:spcAft>
              <a:buSzPts val="5200"/>
              <a:buNone/>
              <a:defRPr sz="5200"/>
            </a:lvl3pPr>
            <a:lvl4pPr lvl="3" algn="ctr">
              <a:lnSpc>
                <a:spcPct val="100000"/>
              </a:lnSpc>
              <a:spcBef>
                <a:spcPts val="0"/>
              </a:spcBef>
              <a:spcAft>
                <a:spcPts val="0"/>
              </a:spcAft>
              <a:buSzPts val="5200"/>
              <a:buNone/>
              <a:defRPr sz="5200"/>
            </a:lvl4pPr>
            <a:lvl5pPr lvl="4" algn="ctr">
              <a:lnSpc>
                <a:spcPct val="100000"/>
              </a:lnSpc>
              <a:spcBef>
                <a:spcPts val="0"/>
              </a:spcBef>
              <a:spcAft>
                <a:spcPts val="0"/>
              </a:spcAft>
              <a:buSzPts val="5200"/>
              <a:buNone/>
              <a:defRPr sz="5200"/>
            </a:lvl5pPr>
            <a:lvl6pPr lvl="5" algn="ctr">
              <a:lnSpc>
                <a:spcPct val="100000"/>
              </a:lnSpc>
              <a:spcBef>
                <a:spcPts val="0"/>
              </a:spcBef>
              <a:spcAft>
                <a:spcPts val="0"/>
              </a:spcAft>
              <a:buSzPts val="5200"/>
              <a:buNone/>
              <a:defRPr sz="5200"/>
            </a:lvl6pPr>
            <a:lvl7pPr lvl="6" algn="ctr">
              <a:lnSpc>
                <a:spcPct val="100000"/>
              </a:lnSpc>
              <a:spcBef>
                <a:spcPts val="0"/>
              </a:spcBef>
              <a:spcAft>
                <a:spcPts val="0"/>
              </a:spcAft>
              <a:buSzPts val="5200"/>
              <a:buNone/>
              <a:defRPr sz="5200"/>
            </a:lvl7pPr>
            <a:lvl8pPr lvl="7" algn="ctr">
              <a:lnSpc>
                <a:spcPct val="100000"/>
              </a:lnSpc>
              <a:spcBef>
                <a:spcPts val="0"/>
              </a:spcBef>
              <a:spcAft>
                <a:spcPts val="0"/>
              </a:spcAft>
              <a:buSzPts val="5200"/>
              <a:buNone/>
              <a:defRPr sz="5200"/>
            </a:lvl8pPr>
            <a:lvl9pPr lvl="8" algn="ctr">
              <a:lnSpc>
                <a:spcPct val="100000"/>
              </a:lnSpc>
              <a:spcBef>
                <a:spcPts val="0"/>
              </a:spcBef>
              <a:spcAft>
                <a:spcPts val="0"/>
              </a:spcAft>
              <a:buSzPts val="5200"/>
              <a:buNone/>
              <a:defRPr sz="5200"/>
            </a:lvl9pPr>
          </a:lstStyle>
          <a:p>
            <a:endParaRPr/>
          </a:p>
        </p:txBody>
      </p:sp>
      <p:sp>
        <p:nvSpPr>
          <p:cNvPr id="10" name="Google Shape;10;p16"/>
          <p:cNvSpPr txBox="1">
            <a:spLocks noGrp="1"/>
          </p:cNvSpPr>
          <p:nvPr>
            <p:ph type="subTitle" idx="1"/>
          </p:nvPr>
        </p:nvSpPr>
        <p:spPr>
          <a:xfrm>
            <a:off x="457200" y="3487508"/>
            <a:ext cx="4487400" cy="431100"/>
          </a:xfrm>
          <a:prstGeom prst="rect">
            <a:avLst/>
          </a:prstGeom>
          <a:noFill/>
          <a:ln>
            <a:noFill/>
          </a:ln>
        </p:spPr>
        <p:txBody>
          <a:bodyPr spcFirstLastPara="1" wrap="square" lIns="91425" tIns="91425" rIns="91425" bIns="91425" anchor="t" anchorCtr="0">
            <a:noAutofit/>
          </a:bodyPr>
          <a:lstStyle>
            <a:lvl1pPr lvl="0" algn="l">
              <a:lnSpc>
                <a:spcPct val="100000"/>
              </a:lnSpc>
              <a:spcBef>
                <a:spcPts val="0"/>
              </a:spcBef>
              <a:spcAft>
                <a:spcPts val="0"/>
              </a:spcAft>
              <a:buSzPts val="1200"/>
              <a:buNone/>
              <a:defRPr sz="1600"/>
            </a:lvl1pPr>
            <a:lvl2pPr lvl="1" algn="ctr">
              <a:lnSpc>
                <a:spcPct val="100000"/>
              </a:lnSpc>
              <a:spcBef>
                <a:spcPts val="0"/>
              </a:spcBef>
              <a:spcAft>
                <a:spcPts val="0"/>
              </a:spcAft>
              <a:buSzPts val="1800"/>
              <a:buNone/>
              <a:defRPr sz="1800"/>
            </a:lvl2pPr>
            <a:lvl3pPr lvl="2" algn="ctr">
              <a:lnSpc>
                <a:spcPct val="100000"/>
              </a:lnSpc>
              <a:spcBef>
                <a:spcPts val="0"/>
              </a:spcBef>
              <a:spcAft>
                <a:spcPts val="0"/>
              </a:spcAft>
              <a:buSzPts val="1800"/>
              <a:buNone/>
              <a:defRPr sz="1800"/>
            </a:lvl3pPr>
            <a:lvl4pPr lvl="3" algn="ctr">
              <a:lnSpc>
                <a:spcPct val="100000"/>
              </a:lnSpc>
              <a:spcBef>
                <a:spcPts val="0"/>
              </a:spcBef>
              <a:spcAft>
                <a:spcPts val="0"/>
              </a:spcAft>
              <a:buSzPts val="1800"/>
              <a:buNone/>
              <a:defRPr sz="1800"/>
            </a:lvl4pPr>
            <a:lvl5pPr lvl="4" algn="ctr">
              <a:lnSpc>
                <a:spcPct val="100000"/>
              </a:lnSpc>
              <a:spcBef>
                <a:spcPts val="0"/>
              </a:spcBef>
              <a:spcAft>
                <a:spcPts val="0"/>
              </a:spcAft>
              <a:buSzPts val="1800"/>
              <a:buNone/>
              <a:defRPr sz="1800"/>
            </a:lvl5pPr>
            <a:lvl6pPr lvl="5" algn="ctr">
              <a:lnSpc>
                <a:spcPct val="100000"/>
              </a:lnSpc>
              <a:spcBef>
                <a:spcPts val="0"/>
              </a:spcBef>
              <a:spcAft>
                <a:spcPts val="0"/>
              </a:spcAft>
              <a:buSzPts val="1800"/>
              <a:buNone/>
              <a:defRPr sz="1800"/>
            </a:lvl6pPr>
            <a:lvl7pPr lvl="6" algn="ctr">
              <a:lnSpc>
                <a:spcPct val="100000"/>
              </a:lnSpc>
              <a:spcBef>
                <a:spcPts val="0"/>
              </a:spcBef>
              <a:spcAft>
                <a:spcPts val="0"/>
              </a:spcAft>
              <a:buSzPts val="1800"/>
              <a:buNone/>
              <a:defRPr sz="1800"/>
            </a:lvl7pPr>
            <a:lvl8pPr lvl="7" algn="ctr">
              <a:lnSpc>
                <a:spcPct val="100000"/>
              </a:lnSpc>
              <a:spcBef>
                <a:spcPts val="0"/>
              </a:spcBef>
              <a:spcAft>
                <a:spcPts val="0"/>
              </a:spcAft>
              <a:buSzPts val="1800"/>
              <a:buNone/>
              <a:defRPr sz="1800"/>
            </a:lvl8pPr>
            <a:lvl9pPr lvl="8" algn="ctr">
              <a:lnSpc>
                <a:spcPct val="100000"/>
              </a:lnSpc>
              <a:spcBef>
                <a:spcPts val="0"/>
              </a:spcBef>
              <a:spcAft>
                <a:spcPts val="0"/>
              </a:spcAft>
              <a:buSzPts val="1800"/>
              <a:buNone/>
              <a:defRPr sz="1800"/>
            </a:lvl9pPr>
          </a:lstStyle>
          <a:p>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matchingName="Title only" type="titleOnly">
  <p:cSld name="TITLE_ONLY">
    <p:bg>
      <p:bgPr>
        <a:solidFill>
          <a:schemeClr val="accent6"/>
        </a:solidFill>
        <a:effectLst/>
      </p:bgPr>
    </p:bg>
    <p:spTree>
      <p:nvGrpSpPr>
        <p:cNvPr id="1" name="Shape 11"/>
        <p:cNvGrpSpPr/>
        <p:nvPr/>
      </p:nvGrpSpPr>
      <p:grpSpPr>
        <a:xfrm>
          <a:off x="0" y="0"/>
          <a:ext cx="0" cy="0"/>
          <a:chOff x="0" y="0"/>
          <a:chExt cx="0" cy="0"/>
        </a:xfrm>
      </p:grpSpPr>
      <p:sp>
        <p:nvSpPr>
          <p:cNvPr id="12" name="Google Shape;12;p17"/>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None/>
              <a:defRPr sz="2400">
                <a:solidFill>
                  <a:schemeClr val="dk1"/>
                </a:solidFill>
              </a:defRPr>
            </a:lvl1pPr>
            <a:lvl2pPr lvl="1" algn="ctr">
              <a:lnSpc>
                <a:spcPct val="100000"/>
              </a:lnSpc>
              <a:spcBef>
                <a:spcPts val="0"/>
              </a:spcBef>
              <a:spcAft>
                <a:spcPts val="0"/>
              </a:spcAft>
              <a:buClr>
                <a:schemeClr val="dk1"/>
              </a:buClr>
              <a:buSzPts val="2400"/>
              <a:buNone/>
              <a:defRPr sz="2400">
                <a:solidFill>
                  <a:schemeClr val="dk1"/>
                </a:solidFill>
              </a:defRPr>
            </a:lvl2pPr>
            <a:lvl3pPr lvl="2" algn="ctr">
              <a:lnSpc>
                <a:spcPct val="100000"/>
              </a:lnSpc>
              <a:spcBef>
                <a:spcPts val="0"/>
              </a:spcBef>
              <a:spcAft>
                <a:spcPts val="0"/>
              </a:spcAft>
              <a:buClr>
                <a:schemeClr val="dk1"/>
              </a:buClr>
              <a:buSzPts val="2400"/>
              <a:buNone/>
              <a:defRPr sz="2400">
                <a:solidFill>
                  <a:schemeClr val="dk1"/>
                </a:solidFill>
              </a:defRPr>
            </a:lvl3pPr>
            <a:lvl4pPr lvl="3" algn="ctr">
              <a:lnSpc>
                <a:spcPct val="100000"/>
              </a:lnSpc>
              <a:spcBef>
                <a:spcPts val="0"/>
              </a:spcBef>
              <a:spcAft>
                <a:spcPts val="0"/>
              </a:spcAft>
              <a:buClr>
                <a:schemeClr val="dk1"/>
              </a:buClr>
              <a:buSzPts val="2400"/>
              <a:buNone/>
              <a:defRPr sz="2400">
                <a:solidFill>
                  <a:schemeClr val="dk1"/>
                </a:solidFill>
              </a:defRPr>
            </a:lvl4pPr>
            <a:lvl5pPr lvl="4" algn="ctr">
              <a:lnSpc>
                <a:spcPct val="100000"/>
              </a:lnSpc>
              <a:spcBef>
                <a:spcPts val="0"/>
              </a:spcBef>
              <a:spcAft>
                <a:spcPts val="0"/>
              </a:spcAft>
              <a:buClr>
                <a:schemeClr val="dk1"/>
              </a:buClr>
              <a:buSzPts val="2400"/>
              <a:buNone/>
              <a:defRPr sz="2400">
                <a:solidFill>
                  <a:schemeClr val="dk1"/>
                </a:solidFill>
              </a:defRPr>
            </a:lvl5pPr>
            <a:lvl6pPr lvl="5" algn="ctr">
              <a:lnSpc>
                <a:spcPct val="100000"/>
              </a:lnSpc>
              <a:spcBef>
                <a:spcPts val="0"/>
              </a:spcBef>
              <a:spcAft>
                <a:spcPts val="0"/>
              </a:spcAft>
              <a:buClr>
                <a:schemeClr val="dk1"/>
              </a:buClr>
              <a:buSzPts val="2400"/>
              <a:buNone/>
              <a:defRPr sz="2400">
                <a:solidFill>
                  <a:schemeClr val="dk1"/>
                </a:solidFill>
              </a:defRPr>
            </a:lvl6pPr>
            <a:lvl7pPr lvl="6" algn="ctr">
              <a:lnSpc>
                <a:spcPct val="100000"/>
              </a:lnSpc>
              <a:spcBef>
                <a:spcPts val="0"/>
              </a:spcBef>
              <a:spcAft>
                <a:spcPts val="0"/>
              </a:spcAft>
              <a:buClr>
                <a:schemeClr val="dk1"/>
              </a:buClr>
              <a:buSzPts val="2400"/>
              <a:buNone/>
              <a:defRPr sz="2400">
                <a:solidFill>
                  <a:schemeClr val="dk1"/>
                </a:solidFill>
              </a:defRPr>
            </a:lvl7pPr>
            <a:lvl8pPr lvl="7" algn="ctr">
              <a:lnSpc>
                <a:spcPct val="100000"/>
              </a:lnSpc>
              <a:spcBef>
                <a:spcPts val="0"/>
              </a:spcBef>
              <a:spcAft>
                <a:spcPts val="0"/>
              </a:spcAft>
              <a:buClr>
                <a:schemeClr val="dk1"/>
              </a:buClr>
              <a:buSzPts val="2400"/>
              <a:buNone/>
              <a:defRPr sz="2400">
                <a:solidFill>
                  <a:schemeClr val="dk1"/>
                </a:solidFill>
              </a:defRPr>
            </a:lvl8pPr>
            <a:lvl9pPr lvl="8" algn="ctr">
              <a:lnSpc>
                <a:spcPct val="100000"/>
              </a:lnSpc>
              <a:spcBef>
                <a:spcPts val="0"/>
              </a:spcBef>
              <a:spcAft>
                <a:spcPts val="0"/>
              </a:spcAft>
              <a:buClr>
                <a:schemeClr val="dk1"/>
              </a:buClr>
              <a:buSzPts val="2400"/>
              <a:buNone/>
              <a:defRPr sz="2400">
                <a:solidFill>
                  <a:schemeClr val="dk1"/>
                </a:solidFill>
              </a:defRPr>
            </a:lvl9pPr>
          </a:lstStyle>
          <a:p>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matchingName="Title only 1">
  <p:cSld name="CUSTOM">
    <p:spTree>
      <p:nvGrpSpPr>
        <p:cNvPr id="1" name="Shape 13"/>
        <p:cNvGrpSpPr/>
        <p:nvPr/>
      </p:nvGrpSpPr>
      <p:grpSpPr>
        <a:xfrm>
          <a:off x="0" y="0"/>
          <a:ext cx="0" cy="0"/>
          <a:chOff x="0" y="0"/>
          <a:chExt cx="0" cy="0"/>
        </a:xfrm>
      </p:grpSpPr>
      <p:sp>
        <p:nvSpPr>
          <p:cNvPr id="14" name="Google Shape;14;g374067a836c_0_13"/>
          <p:cNvSpPr txBox="1">
            <a:spLocks noGrp="1"/>
          </p:cNvSpPr>
          <p:nvPr>
            <p:ph type="title"/>
          </p:nvPr>
        </p:nvSpPr>
        <p:spPr>
          <a:xfrm>
            <a:off x="1048350" y="323850"/>
            <a:ext cx="7047300" cy="482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2400"/>
              <a:buFont typeface="Arial"/>
              <a:buNone/>
              <a:defRPr>
                <a:latin typeface="Arial"/>
                <a:ea typeface="Arial"/>
                <a:cs typeface="Arial"/>
                <a:sym typeface="Arial"/>
              </a:defRPr>
            </a:lvl1pPr>
            <a:lvl2pPr lvl="1" algn="ctr">
              <a:lnSpc>
                <a:spcPct val="100000"/>
              </a:lnSpc>
              <a:spcBef>
                <a:spcPts val="0"/>
              </a:spcBef>
              <a:spcAft>
                <a:spcPts val="0"/>
              </a:spcAft>
              <a:buSzPts val="2400"/>
              <a:buFont typeface="Arial"/>
              <a:buNone/>
              <a:defRPr>
                <a:latin typeface="Arial"/>
                <a:ea typeface="Arial"/>
                <a:cs typeface="Arial"/>
                <a:sym typeface="Arial"/>
              </a:defRPr>
            </a:lvl2pPr>
            <a:lvl3pPr lvl="2" algn="ctr">
              <a:lnSpc>
                <a:spcPct val="100000"/>
              </a:lnSpc>
              <a:spcBef>
                <a:spcPts val="0"/>
              </a:spcBef>
              <a:spcAft>
                <a:spcPts val="0"/>
              </a:spcAft>
              <a:buSzPts val="2400"/>
              <a:buFont typeface="Arial"/>
              <a:buNone/>
              <a:defRPr>
                <a:latin typeface="Arial"/>
                <a:ea typeface="Arial"/>
                <a:cs typeface="Arial"/>
                <a:sym typeface="Arial"/>
              </a:defRPr>
            </a:lvl3pPr>
            <a:lvl4pPr lvl="3" algn="ctr">
              <a:lnSpc>
                <a:spcPct val="100000"/>
              </a:lnSpc>
              <a:spcBef>
                <a:spcPts val="0"/>
              </a:spcBef>
              <a:spcAft>
                <a:spcPts val="0"/>
              </a:spcAft>
              <a:buSzPts val="2400"/>
              <a:buFont typeface="Arial"/>
              <a:buNone/>
              <a:defRPr>
                <a:latin typeface="Arial"/>
                <a:ea typeface="Arial"/>
                <a:cs typeface="Arial"/>
                <a:sym typeface="Arial"/>
              </a:defRPr>
            </a:lvl4pPr>
            <a:lvl5pPr lvl="4" algn="ctr">
              <a:lnSpc>
                <a:spcPct val="100000"/>
              </a:lnSpc>
              <a:spcBef>
                <a:spcPts val="0"/>
              </a:spcBef>
              <a:spcAft>
                <a:spcPts val="0"/>
              </a:spcAft>
              <a:buSzPts val="2400"/>
              <a:buFont typeface="Arial"/>
              <a:buNone/>
              <a:defRPr>
                <a:latin typeface="Arial"/>
                <a:ea typeface="Arial"/>
                <a:cs typeface="Arial"/>
                <a:sym typeface="Arial"/>
              </a:defRPr>
            </a:lvl5pPr>
            <a:lvl6pPr lvl="5" algn="ctr">
              <a:lnSpc>
                <a:spcPct val="100000"/>
              </a:lnSpc>
              <a:spcBef>
                <a:spcPts val="0"/>
              </a:spcBef>
              <a:spcAft>
                <a:spcPts val="0"/>
              </a:spcAft>
              <a:buSzPts val="2400"/>
              <a:buFont typeface="Arial"/>
              <a:buNone/>
              <a:defRPr>
                <a:latin typeface="Arial"/>
                <a:ea typeface="Arial"/>
                <a:cs typeface="Arial"/>
                <a:sym typeface="Arial"/>
              </a:defRPr>
            </a:lvl6pPr>
            <a:lvl7pPr lvl="6" algn="ctr">
              <a:lnSpc>
                <a:spcPct val="100000"/>
              </a:lnSpc>
              <a:spcBef>
                <a:spcPts val="0"/>
              </a:spcBef>
              <a:spcAft>
                <a:spcPts val="0"/>
              </a:spcAft>
              <a:buSzPts val="2400"/>
              <a:buFont typeface="Arial"/>
              <a:buNone/>
              <a:defRPr>
                <a:latin typeface="Arial"/>
                <a:ea typeface="Arial"/>
                <a:cs typeface="Arial"/>
                <a:sym typeface="Arial"/>
              </a:defRPr>
            </a:lvl7pPr>
            <a:lvl8pPr lvl="7" algn="ctr">
              <a:lnSpc>
                <a:spcPct val="100000"/>
              </a:lnSpc>
              <a:spcBef>
                <a:spcPts val="0"/>
              </a:spcBef>
              <a:spcAft>
                <a:spcPts val="0"/>
              </a:spcAft>
              <a:buSzPts val="2400"/>
              <a:buFont typeface="Arial"/>
              <a:buNone/>
              <a:defRPr>
                <a:latin typeface="Arial"/>
                <a:ea typeface="Arial"/>
                <a:cs typeface="Arial"/>
                <a:sym typeface="Arial"/>
              </a:defRPr>
            </a:lvl8pPr>
            <a:lvl9pPr lvl="8" algn="ctr">
              <a:lnSpc>
                <a:spcPct val="100000"/>
              </a:lnSpc>
              <a:spcBef>
                <a:spcPts val="0"/>
              </a:spcBef>
              <a:spcAft>
                <a:spcPts val="0"/>
              </a:spcAft>
              <a:buSzPts val="2400"/>
              <a:buFont typeface="Arial"/>
              <a:buNone/>
              <a:defRPr>
                <a:latin typeface="Arial"/>
                <a:ea typeface="Arial"/>
                <a:cs typeface="Arial"/>
                <a:sym typeface="Arial"/>
              </a:defRPr>
            </a:lvl9pPr>
          </a:lstStyle>
          <a:p>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matchingName="Blank" type="blank">
  <p:cSld name="BLANK">
    <p:spTree>
      <p:nvGrpSpPr>
        <p:cNvPr id="1" name="Shape 15"/>
        <p:cNvGrpSpPr/>
        <p:nvPr/>
      </p:nvGrpSpPr>
      <p:grpSpPr>
        <a:xfrm>
          <a:off x="0" y="0"/>
          <a:ext cx="0" cy="0"/>
          <a:chOff x="0" y="0"/>
          <a:chExt cx="0" cy="0"/>
        </a:xfrm>
      </p:grpSpPr>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matchingName="Section header" type="secHead">
  <p:cSld name="SECTION_HEADER">
    <p:spTree>
      <p:nvGrpSpPr>
        <p:cNvPr id="1" name="Shape 16"/>
        <p:cNvGrpSpPr/>
        <p:nvPr/>
      </p:nvGrpSpPr>
      <p:grpSpPr>
        <a:xfrm>
          <a:off x="0" y="0"/>
          <a:ext cx="0" cy="0"/>
          <a:chOff x="0" y="0"/>
          <a:chExt cx="0" cy="0"/>
        </a:xfrm>
      </p:grpSpPr>
      <p:sp>
        <p:nvSpPr>
          <p:cNvPr id="17" name="Google Shape;17;p20"/>
          <p:cNvSpPr txBox="1">
            <a:spLocks noGrp="1"/>
          </p:cNvSpPr>
          <p:nvPr>
            <p:ph type="title"/>
          </p:nvPr>
        </p:nvSpPr>
        <p:spPr>
          <a:xfrm>
            <a:off x="720000" y="2179625"/>
            <a:ext cx="7704000" cy="8418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3600"/>
              <a:buNone/>
              <a:defRPr sz="36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18" name="Google Shape;18;p20"/>
          <p:cNvSpPr txBox="1">
            <a:spLocks noGrp="1"/>
          </p:cNvSpPr>
          <p:nvPr>
            <p:ph type="title" idx="2"/>
          </p:nvPr>
        </p:nvSpPr>
        <p:spPr>
          <a:xfrm>
            <a:off x="2996550" y="1337825"/>
            <a:ext cx="3150900" cy="84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
        <p:nvSpPr>
          <p:cNvPr id="19" name="Google Shape;19;p20"/>
          <p:cNvSpPr txBox="1">
            <a:spLocks noGrp="1"/>
          </p:cNvSpPr>
          <p:nvPr>
            <p:ph type="subTitle" idx="1"/>
          </p:nvPr>
        </p:nvSpPr>
        <p:spPr>
          <a:xfrm>
            <a:off x="2391925" y="3132175"/>
            <a:ext cx="43602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matchingName="Title and body" type="tx">
  <p:cSld name="TITLE_AND_BODY">
    <p:spTree>
      <p:nvGrpSpPr>
        <p:cNvPr id="1" name="Shape 20"/>
        <p:cNvGrpSpPr/>
        <p:nvPr/>
      </p:nvGrpSpPr>
      <p:grpSpPr>
        <a:xfrm>
          <a:off x="0" y="0"/>
          <a:ext cx="0" cy="0"/>
          <a:chOff x="0" y="0"/>
          <a:chExt cx="0" cy="0"/>
        </a:xfrm>
      </p:grpSpPr>
      <p:sp>
        <p:nvSpPr>
          <p:cNvPr id="21" name="Google Shape;21;p21"/>
          <p:cNvSpPr txBox="1">
            <a:spLocks noGrp="1"/>
          </p:cNvSpPr>
          <p:nvPr>
            <p:ph type="body" idx="1"/>
          </p:nvPr>
        </p:nvSpPr>
        <p:spPr>
          <a:xfrm>
            <a:off x="720000" y="1152475"/>
            <a:ext cx="77040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a:endParaRPr/>
          </a:p>
        </p:txBody>
      </p:sp>
      <p:sp>
        <p:nvSpPr>
          <p:cNvPr id="22" name="Google Shape;22;p21"/>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None/>
              <a:defRPr sz="2400">
                <a:solidFill>
                  <a:schemeClr val="dk1"/>
                </a:solidFill>
              </a:defRPr>
            </a:lvl1pPr>
            <a:lvl2pPr lvl="1" algn="ctr">
              <a:lnSpc>
                <a:spcPct val="100000"/>
              </a:lnSpc>
              <a:spcBef>
                <a:spcPts val="0"/>
              </a:spcBef>
              <a:spcAft>
                <a:spcPts val="0"/>
              </a:spcAft>
              <a:buClr>
                <a:schemeClr val="dk1"/>
              </a:buClr>
              <a:buSzPts val="2400"/>
              <a:buNone/>
              <a:defRPr sz="2400">
                <a:solidFill>
                  <a:schemeClr val="dk1"/>
                </a:solidFill>
              </a:defRPr>
            </a:lvl2pPr>
            <a:lvl3pPr lvl="2" algn="ctr">
              <a:lnSpc>
                <a:spcPct val="100000"/>
              </a:lnSpc>
              <a:spcBef>
                <a:spcPts val="0"/>
              </a:spcBef>
              <a:spcAft>
                <a:spcPts val="0"/>
              </a:spcAft>
              <a:buClr>
                <a:schemeClr val="dk1"/>
              </a:buClr>
              <a:buSzPts val="2400"/>
              <a:buNone/>
              <a:defRPr sz="2400">
                <a:solidFill>
                  <a:schemeClr val="dk1"/>
                </a:solidFill>
              </a:defRPr>
            </a:lvl3pPr>
            <a:lvl4pPr lvl="3" algn="ctr">
              <a:lnSpc>
                <a:spcPct val="100000"/>
              </a:lnSpc>
              <a:spcBef>
                <a:spcPts val="0"/>
              </a:spcBef>
              <a:spcAft>
                <a:spcPts val="0"/>
              </a:spcAft>
              <a:buClr>
                <a:schemeClr val="dk1"/>
              </a:buClr>
              <a:buSzPts val="2400"/>
              <a:buNone/>
              <a:defRPr sz="2400">
                <a:solidFill>
                  <a:schemeClr val="dk1"/>
                </a:solidFill>
              </a:defRPr>
            </a:lvl4pPr>
            <a:lvl5pPr lvl="4" algn="ctr">
              <a:lnSpc>
                <a:spcPct val="100000"/>
              </a:lnSpc>
              <a:spcBef>
                <a:spcPts val="0"/>
              </a:spcBef>
              <a:spcAft>
                <a:spcPts val="0"/>
              </a:spcAft>
              <a:buClr>
                <a:schemeClr val="dk1"/>
              </a:buClr>
              <a:buSzPts val="2400"/>
              <a:buNone/>
              <a:defRPr sz="2400">
                <a:solidFill>
                  <a:schemeClr val="dk1"/>
                </a:solidFill>
              </a:defRPr>
            </a:lvl5pPr>
            <a:lvl6pPr lvl="5" algn="ctr">
              <a:lnSpc>
                <a:spcPct val="100000"/>
              </a:lnSpc>
              <a:spcBef>
                <a:spcPts val="0"/>
              </a:spcBef>
              <a:spcAft>
                <a:spcPts val="0"/>
              </a:spcAft>
              <a:buClr>
                <a:schemeClr val="dk1"/>
              </a:buClr>
              <a:buSzPts val="2400"/>
              <a:buNone/>
              <a:defRPr sz="2400">
                <a:solidFill>
                  <a:schemeClr val="dk1"/>
                </a:solidFill>
              </a:defRPr>
            </a:lvl6pPr>
            <a:lvl7pPr lvl="6" algn="ctr">
              <a:lnSpc>
                <a:spcPct val="100000"/>
              </a:lnSpc>
              <a:spcBef>
                <a:spcPts val="0"/>
              </a:spcBef>
              <a:spcAft>
                <a:spcPts val="0"/>
              </a:spcAft>
              <a:buClr>
                <a:schemeClr val="dk1"/>
              </a:buClr>
              <a:buSzPts val="2400"/>
              <a:buNone/>
              <a:defRPr sz="2400">
                <a:solidFill>
                  <a:schemeClr val="dk1"/>
                </a:solidFill>
              </a:defRPr>
            </a:lvl7pPr>
            <a:lvl8pPr lvl="7" algn="ctr">
              <a:lnSpc>
                <a:spcPct val="100000"/>
              </a:lnSpc>
              <a:spcBef>
                <a:spcPts val="0"/>
              </a:spcBef>
              <a:spcAft>
                <a:spcPts val="0"/>
              </a:spcAft>
              <a:buClr>
                <a:schemeClr val="dk1"/>
              </a:buClr>
              <a:buSzPts val="2400"/>
              <a:buNone/>
              <a:defRPr sz="2400">
                <a:solidFill>
                  <a:schemeClr val="dk1"/>
                </a:solidFill>
              </a:defRPr>
            </a:lvl8pPr>
            <a:lvl9pPr lvl="8" algn="ctr">
              <a:lnSpc>
                <a:spcPct val="100000"/>
              </a:lnSpc>
              <a:spcBef>
                <a:spcPts val="0"/>
              </a:spcBef>
              <a:spcAft>
                <a:spcPts val="0"/>
              </a:spcAft>
              <a:buClr>
                <a:schemeClr val="dk1"/>
              </a:buClr>
              <a:buSzPts val="2400"/>
              <a:buNone/>
              <a:defRPr sz="2400">
                <a:solidFill>
                  <a:schemeClr val="dk1"/>
                </a:solidFill>
              </a:defRPr>
            </a:lvl9pPr>
          </a:lstStyle>
          <a:p>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matchingName="Title and two columns" type="twoColTx">
  <p:cSld name="TITLE_AND_TWO_COLUMNS">
    <p:spTree>
      <p:nvGrpSpPr>
        <p:cNvPr id="1" name="Shape 23"/>
        <p:cNvGrpSpPr/>
        <p:nvPr/>
      </p:nvGrpSpPr>
      <p:grpSpPr>
        <a:xfrm>
          <a:off x="0" y="0"/>
          <a:ext cx="0" cy="0"/>
          <a:chOff x="0" y="0"/>
          <a:chExt cx="0" cy="0"/>
        </a:xfrm>
      </p:grpSpPr>
      <p:sp>
        <p:nvSpPr>
          <p:cNvPr id="24" name="Google Shape;24;p22"/>
          <p:cNvSpPr txBox="1">
            <a:spLocks noGrp="1"/>
          </p:cNvSpPr>
          <p:nvPr>
            <p:ph type="subTitle" idx="1"/>
          </p:nvPr>
        </p:nvSpPr>
        <p:spPr>
          <a:xfrm>
            <a:off x="1181425" y="2303125"/>
            <a:ext cx="2907600" cy="713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25" name="Google Shape;25;p22"/>
          <p:cNvSpPr txBox="1">
            <a:spLocks noGrp="1"/>
          </p:cNvSpPr>
          <p:nvPr>
            <p:ph type="subTitle" idx="2"/>
          </p:nvPr>
        </p:nvSpPr>
        <p:spPr>
          <a:xfrm>
            <a:off x="4836300" y="2303125"/>
            <a:ext cx="2907600" cy="7134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1pPr>
            <a:lvl2pPr lvl="1"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2pPr>
            <a:lvl3pPr lvl="2"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3pPr>
            <a:lvl4pPr lvl="3"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4pPr>
            <a:lvl5pPr lvl="4"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5pPr>
            <a:lvl6pPr lvl="5"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6pPr>
            <a:lvl7pPr lvl="6"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7pPr>
            <a:lvl8pPr lvl="7"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8pPr>
            <a:lvl9pPr lvl="8" algn="ctr">
              <a:lnSpc>
                <a:spcPct val="100000"/>
              </a:lnSpc>
              <a:spcBef>
                <a:spcPts val="0"/>
              </a:spcBef>
              <a:spcAft>
                <a:spcPts val="0"/>
              </a:spcAft>
              <a:buClr>
                <a:schemeClr val="dk1"/>
              </a:buClr>
              <a:buSzPts val="2400"/>
              <a:buFont typeface="Montserrat"/>
              <a:buNone/>
              <a:defRPr sz="2400" b="1">
                <a:solidFill>
                  <a:schemeClr val="dk1"/>
                </a:solidFill>
                <a:latin typeface="Montserrat"/>
                <a:ea typeface="Montserrat"/>
                <a:cs typeface="Montserrat"/>
                <a:sym typeface="Montserrat"/>
              </a:defRPr>
            </a:lvl9pPr>
          </a:lstStyle>
          <a:p>
            <a:endParaRPr/>
          </a:p>
        </p:txBody>
      </p:sp>
      <p:sp>
        <p:nvSpPr>
          <p:cNvPr id="26" name="Google Shape;26;p22"/>
          <p:cNvSpPr txBox="1">
            <a:spLocks noGrp="1"/>
          </p:cNvSpPr>
          <p:nvPr>
            <p:ph type="subTitle" idx="3"/>
          </p:nvPr>
        </p:nvSpPr>
        <p:spPr>
          <a:xfrm>
            <a:off x="1181425" y="2917150"/>
            <a:ext cx="29076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7" name="Google Shape;27;p22"/>
          <p:cNvSpPr txBox="1">
            <a:spLocks noGrp="1"/>
          </p:cNvSpPr>
          <p:nvPr>
            <p:ph type="subTitle" idx="4"/>
          </p:nvPr>
        </p:nvSpPr>
        <p:spPr>
          <a:xfrm>
            <a:off x="4836300" y="2917150"/>
            <a:ext cx="29076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200"/>
              <a:buNone/>
              <a:defRPr/>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
        <p:nvSpPr>
          <p:cNvPr id="28" name="Google Shape;28;p22"/>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None/>
              <a:defRPr sz="2400">
                <a:solidFill>
                  <a:schemeClr val="dk1"/>
                </a:solidFill>
              </a:defRPr>
            </a:lvl1pPr>
            <a:lvl2pPr lvl="1" algn="ctr">
              <a:lnSpc>
                <a:spcPct val="100000"/>
              </a:lnSpc>
              <a:spcBef>
                <a:spcPts val="0"/>
              </a:spcBef>
              <a:spcAft>
                <a:spcPts val="0"/>
              </a:spcAft>
              <a:buClr>
                <a:schemeClr val="dk1"/>
              </a:buClr>
              <a:buSzPts val="2400"/>
              <a:buNone/>
              <a:defRPr sz="2400">
                <a:solidFill>
                  <a:schemeClr val="dk1"/>
                </a:solidFill>
              </a:defRPr>
            </a:lvl2pPr>
            <a:lvl3pPr lvl="2" algn="ctr">
              <a:lnSpc>
                <a:spcPct val="100000"/>
              </a:lnSpc>
              <a:spcBef>
                <a:spcPts val="0"/>
              </a:spcBef>
              <a:spcAft>
                <a:spcPts val="0"/>
              </a:spcAft>
              <a:buClr>
                <a:schemeClr val="dk1"/>
              </a:buClr>
              <a:buSzPts val="2400"/>
              <a:buNone/>
              <a:defRPr sz="2400">
                <a:solidFill>
                  <a:schemeClr val="dk1"/>
                </a:solidFill>
              </a:defRPr>
            </a:lvl3pPr>
            <a:lvl4pPr lvl="3" algn="ctr">
              <a:lnSpc>
                <a:spcPct val="100000"/>
              </a:lnSpc>
              <a:spcBef>
                <a:spcPts val="0"/>
              </a:spcBef>
              <a:spcAft>
                <a:spcPts val="0"/>
              </a:spcAft>
              <a:buClr>
                <a:schemeClr val="dk1"/>
              </a:buClr>
              <a:buSzPts val="2400"/>
              <a:buNone/>
              <a:defRPr sz="2400">
                <a:solidFill>
                  <a:schemeClr val="dk1"/>
                </a:solidFill>
              </a:defRPr>
            </a:lvl4pPr>
            <a:lvl5pPr lvl="4" algn="ctr">
              <a:lnSpc>
                <a:spcPct val="100000"/>
              </a:lnSpc>
              <a:spcBef>
                <a:spcPts val="0"/>
              </a:spcBef>
              <a:spcAft>
                <a:spcPts val="0"/>
              </a:spcAft>
              <a:buClr>
                <a:schemeClr val="dk1"/>
              </a:buClr>
              <a:buSzPts val="2400"/>
              <a:buNone/>
              <a:defRPr sz="2400">
                <a:solidFill>
                  <a:schemeClr val="dk1"/>
                </a:solidFill>
              </a:defRPr>
            </a:lvl5pPr>
            <a:lvl6pPr lvl="5" algn="ctr">
              <a:lnSpc>
                <a:spcPct val="100000"/>
              </a:lnSpc>
              <a:spcBef>
                <a:spcPts val="0"/>
              </a:spcBef>
              <a:spcAft>
                <a:spcPts val="0"/>
              </a:spcAft>
              <a:buClr>
                <a:schemeClr val="dk1"/>
              </a:buClr>
              <a:buSzPts val="2400"/>
              <a:buNone/>
              <a:defRPr sz="2400">
                <a:solidFill>
                  <a:schemeClr val="dk1"/>
                </a:solidFill>
              </a:defRPr>
            </a:lvl6pPr>
            <a:lvl7pPr lvl="6" algn="ctr">
              <a:lnSpc>
                <a:spcPct val="100000"/>
              </a:lnSpc>
              <a:spcBef>
                <a:spcPts val="0"/>
              </a:spcBef>
              <a:spcAft>
                <a:spcPts val="0"/>
              </a:spcAft>
              <a:buClr>
                <a:schemeClr val="dk1"/>
              </a:buClr>
              <a:buSzPts val="2400"/>
              <a:buNone/>
              <a:defRPr sz="2400">
                <a:solidFill>
                  <a:schemeClr val="dk1"/>
                </a:solidFill>
              </a:defRPr>
            </a:lvl7pPr>
            <a:lvl8pPr lvl="7" algn="ctr">
              <a:lnSpc>
                <a:spcPct val="100000"/>
              </a:lnSpc>
              <a:spcBef>
                <a:spcPts val="0"/>
              </a:spcBef>
              <a:spcAft>
                <a:spcPts val="0"/>
              </a:spcAft>
              <a:buClr>
                <a:schemeClr val="dk1"/>
              </a:buClr>
              <a:buSzPts val="2400"/>
              <a:buNone/>
              <a:defRPr sz="2400">
                <a:solidFill>
                  <a:schemeClr val="dk1"/>
                </a:solidFill>
              </a:defRPr>
            </a:lvl8pPr>
            <a:lvl9pPr lvl="8" algn="ctr">
              <a:lnSpc>
                <a:spcPct val="100000"/>
              </a:lnSpc>
              <a:spcBef>
                <a:spcPts val="0"/>
              </a:spcBef>
              <a:spcAft>
                <a:spcPts val="0"/>
              </a:spcAft>
              <a:buClr>
                <a:schemeClr val="dk1"/>
              </a:buClr>
              <a:buSzPts val="2400"/>
              <a:buNone/>
              <a:defRPr sz="2400">
                <a:solidFill>
                  <a:schemeClr val="dk1"/>
                </a:solidFill>
              </a:defRPr>
            </a:lvl9pPr>
          </a:lstStyle>
          <a:p>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matchingName="One column text">
  <p:cSld name="ONE_COLUMN_TEXT">
    <p:spTree>
      <p:nvGrpSpPr>
        <p:cNvPr id="1" name="Shape 29"/>
        <p:cNvGrpSpPr/>
        <p:nvPr/>
      </p:nvGrpSpPr>
      <p:grpSpPr>
        <a:xfrm>
          <a:off x="0" y="0"/>
          <a:ext cx="0" cy="0"/>
          <a:chOff x="0" y="0"/>
          <a:chExt cx="0" cy="0"/>
        </a:xfrm>
      </p:grpSpPr>
      <p:sp>
        <p:nvSpPr>
          <p:cNvPr id="30" name="Google Shape;30;p23"/>
          <p:cNvSpPr txBox="1">
            <a:spLocks noGrp="1"/>
          </p:cNvSpPr>
          <p:nvPr>
            <p:ph type="body" idx="1"/>
          </p:nvPr>
        </p:nvSpPr>
        <p:spPr>
          <a:xfrm>
            <a:off x="720000" y="1152475"/>
            <a:ext cx="3322200" cy="3416400"/>
          </a:xfrm>
          <a:prstGeom prst="rect">
            <a:avLst/>
          </a:prstGeom>
          <a:noFill/>
          <a:ln>
            <a:noFill/>
          </a:ln>
        </p:spPr>
        <p:txBody>
          <a:bodyPr spcFirstLastPara="1" wrap="square" lIns="91425" tIns="91425" rIns="91425" bIns="91425" anchor="t" anchorCtr="0">
            <a:noAutofit/>
          </a:bodyPr>
          <a:lstStyle>
            <a:lvl1pPr marL="457200" lvl="0" indent="-317500" algn="l">
              <a:lnSpc>
                <a:spcPct val="115000"/>
              </a:lnSpc>
              <a:spcBef>
                <a:spcPts val="0"/>
              </a:spcBef>
              <a:spcAft>
                <a:spcPts val="0"/>
              </a:spcAft>
              <a:buSzPts val="1400"/>
              <a:buChar char="●"/>
              <a:defRPr sz="1400"/>
            </a:lvl1pPr>
            <a:lvl2pPr marL="914400" lvl="1" indent="-304800" algn="l">
              <a:lnSpc>
                <a:spcPct val="115000"/>
              </a:lnSpc>
              <a:spcBef>
                <a:spcPts val="0"/>
              </a:spcBef>
              <a:spcAft>
                <a:spcPts val="0"/>
              </a:spcAft>
              <a:buSzPts val="1200"/>
              <a:buChar char="○"/>
              <a:defRPr/>
            </a:lvl2pPr>
            <a:lvl3pPr marL="1371600" lvl="2" indent="-304800" algn="l">
              <a:lnSpc>
                <a:spcPct val="115000"/>
              </a:lnSpc>
              <a:spcBef>
                <a:spcPts val="0"/>
              </a:spcBef>
              <a:spcAft>
                <a:spcPts val="0"/>
              </a:spcAft>
              <a:buSzPts val="1200"/>
              <a:buChar char="■"/>
              <a:defRPr/>
            </a:lvl3pPr>
            <a:lvl4pPr marL="1828800" lvl="3" indent="-304800" algn="l">
              <a:lnSpc>
                <a:spcPct val="115000"/>
              </a:lnSpc>
              <a:spcBef>
                <a:spcPts val="0"/>
              </a:spcBef>
              <a:spcAft>
                <a:spcPts val="0"/>
              </a:spcAft>
              <a:buSzPts val="1200"/>
              <a:buChar char="●"/>
              <a:defRPr/>
            </a:lvl4pPr>
            <a:lvl5pPr marL="2286000" lvl="4" indent="-304800" algn="l">
              <a:lnSpc>
                <a:spcPct val="115000"/>
              </a:lnSpc>
              <a:spcBef>
                <a:spcPts val="0"/>
              </a:spcBef>
              <a:spcAft>
                <a:spcPts val="0"/>
              </a:spcAft>
              <a:buSzPts val="1200"/>
              <a:buChar char="○"/>
              <a:defRPr/>
            </a:lvl5pPr>
            <a:lvl6pPr marL="2743200" lvl="5" indent="-304800" algn="l">
              <a:lnSpc>
                <a:spcPct val="115000"/>
              </a:lnSpc>
              <a:spcBef>
                <a:spcPts val="0"/>
              </a:spcBef>
              <a:spcAft>
                <a:spcPts val="0"/>
              </a:spcAft>
              <a:buSzPts val="1200"/>
              <a:buChar char="■"/>
              <a:defRPr/>
            </a:lvl6pPr>
            <a:lvl7pPr marL="3200400" lvl="6" indent="-304800" algn="l">
              <a:lnSpc>
                <a:spcPct val="115000"/>
              </a:lnSpc>
              <a:spcBef>
                <a:spcPts val="0"/>
              </a:spcBef>
              <a:spcAft>
                <a:spcPts val="0"/>
              </a:spcAft>
              <a:buSzPts val="1200"/>
              <a:buChar char="●"/>
              <a:defRPr/>
            </a:lvl7pPr>
            <a:lvl8pPr marL="3657600" lvl="7" indent="-304800" algn="l">
              <a:lnSpc>
                <a:spcPct val="115000"/>
              </a:lnSpc>
              <a:spcBef>
                <a:spcPts val="0"/>
              </a:spcBef>
              <a:spcAft>
                <a:spcPts val="0"/>
              </a:spcAft>
              <a:buSzPts val="1200"/>
              <a:buChar char="○"/>
              <a:defRPr/>
            </a:lvl8pPr>
            <a:lvl9pPr marL="4114800" lvl="8" indent="-304800" algn="l">
              <a:lnSpc>
                <a:spcPct val="115000"/>
              </a:lnSpc>
              <a:spcBef>
                <a:spcPts val="0"/>
              </a:spcBef>
              <a:spcAft>
                <a:spcPts val="0"/>
              </a:spcAft>
              <a:buSzPts val="1200"/>
              <a:buChar char="■"/>
              <a:defRPr/>
            </a:lvl9pPr>
          </a:lstStyle>
          <a:p>
            <a:endParaRPr/>
          </a:p>
        </p:txBody>
      </p:sp>
      <p:sp>
        <p:nvSpPr>
          <p:cNvPr id="31" name="Google Shape;31;p23"/>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Clr>
                <a:schemeClr val="dk1"/>
              </a:buClr>
              <a:buSzPts val="2400"/>
              <a:buNone/>
              <a:defRPr sz="2400">
                <a:solidFill>
                  <a:schemeClr val="dk1"/>
                </a:solidFill>
              </a:defRPr>
            </a:lvl1pPr>
            <a:lvl2pPr lvl="1" algn="ctr">
              <a:lnSpc>
                <a:spcPct val="100000"/>
              </a:lnSpc>
              <a:spcBef>
                <a:spcPts val="0"/>
              </a:spcBef>
              <a:spcAft>
                <a:spcPts val="0"/>
              </a:spcAft>
              <a:buClr>
                <a:schemeClr val="dk1"/>
              </a:buClr>
              <a:buSzPts val="2400"/>
              <a:buNone/>
              <a:defRPr sz="2400">
                <a:solidFill>
                  <a:schemeClr val="dk1"/>
                </a:solidFill>
              </a:defRPr>
            </a:lvl2pPr>
            <a:lvl3pPr lvl="2" algn="ctr">
              <a:lnSpc>
                <a:spcPct val="100000"/>
              </a:lnSpc>
              <a:spcBef>
                <a:spcPts val="0"/>
              </a:spcBef>
              <a:spcAft>
                <a:spcPts val="0"/>
              </a:spcAft>
              <a:buClr>
                <a:schemeClr val="dk1"/>
              </a:buClr>
              <a:buSzPts val="2400"/>
              <a:buNone/>
              <a:defRPr sz="2400">
                <a:solidFill>
                  <a:schemeClr val="dk1"/>
                </a:solidFill>
              </a:defRPr>
            </a:lvl3pPr>
            <a:lvl4pPr lvl="3" algn="ctr">
              <a:lnSpc>
                <a:spcPct val="100000"/>
              </a:lnSpc>
              <a:spcBef>
                <a:spcPts val="0"/>
              </a:spcBef>
              <a:spcAft>
                <a:spcPts val="0"/>
              </a:spcAft>
              <a:buClr>
                <a:schemeClr val="dk1"/>
              </a:buClr>
              <a:buSzPts val="2400"/>
              <a:buNone/>
              <a:defRPr sz="2400">
                <a:solidFill>
                  <a:schemeClr val="dk1"/>
                </a:solidFill>
              </a:defRPr>
            </a:lvl4pPr>
            <a:lvl5pPr lvl="4" algn="ctr">
              <a:lnSpc>
                <a:spcPct val="100000"/>
              </a:lnSpc>
              <a:spcBef>
                <a:spcPts val="0"/>
              </a:spcBef>
              <a:spcAft>
                <a:spcPts val="0"/>
              </a:spcAft>
              <a:buClr>
                <a:schemeClr val="dk1"/>
              </a:buClr>
              <a:buSzPts val="2400"/>
              <a:buNone/>
              <a:defRPr sz="2400">
                <a:solidFill>
                  <a:schemeClr val="dk1"/>
                </a:solidFill>
              </a:defRPr>
            </a:lvl5pPr>
            <a:lvl6pPr lvl="5" algn="ctr">
              <a:lnSpc>
                <a:spcPct val="100000"/>
              </a:lnSpc>
              <a:spcBef>
                <a:spcPts val="0"/>
              </a:spcBef>
              <a:spcAft>
                <a:spcPts val="0"/>
              </a:spcAft>
              <a:buClr>
                <a:schemeClr val="dk1"/>
              </a:buClr>
              <a:buSzPts val="2400"/>
              <a:buNone/>
              <a:defRPr sz="2400">
                <a:solidFill>
                  <a:schemeClr val="dk1"/>
                </a:solidFill>
              </a:defRPr>
            </a:lvl6pPr>
            <a:lvl7pPr lvl="6" algn="ctr">
              <a:lnSpc>
                <a:spcPct val="100000"/>
              </a:lnSpc>
              <a:spcBef>
                <a:spcPts val="0"/>
              </a:spcBef>
              <a:spcAft>
                <a:spcPts val="0"/>
              </a:spcAft>
              <a:buClr>
                <a:schemeClr val="dk1"/>
              </a:buClr>
              <a:buSzPts val="2400"/>
              <a:buNone/>
              <a:defRPr sz="2400">
                <a:solidFill>
                  <a:schemeClr val="dk1"/>
                </a:solidFill>
              </a:defRPr>
            </a:lvl7pPr>
            <a:lvl8pPr lvl="7" algn="ctr">
              <a:lnSpc>
                <a:spcPct val="100000"/>
              </a:lnSpc>
              <a:spcBef>
                <a:spcPts val="0"/>
              </a:spcBef>
              <a:spcAft>
                <a:spcPts val="0"/>
              </a:spcAft>
              <a:buClr>
                <a:schemeClr val="dk1"/>
              </a:buClr>
              <a:buSzPts val="2400"/>
              <a:buNone/>
              <a:defRPr sz="2400">
                <a:solidFill>
                  <a:schemeClr val="dk1"/>
                </a:solidFill>
              </a:defRPr>
            </a:lvl8pPr>
            <a:lvl9pPr lvl="8" algn="ctr">
              <a:lnSpc>
                <a:spcPct val="100000"/>
              </a:lnSpc>
              <a:spcBef>
                <a:spcPts val="0"/>
              </a:spcBef>
              <a:spcAft>
                <a:spcPts val="0"/>
              </a:spcAft>
              <a:buClr>
                <a:schemeClr val="dk1"/>
              </a:buClr>
              <a:buSzPts val="2400"/>
              <a:buNone/>
              <a:defRPr sz="2400">
                <a:solidFill>
                  <a:schemeClr val="dk1"/>
                </a:solidFill>
              </a:defRPr>
            </a:lvl9pPr>
          </a:lstStyle>
          <a:p>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matchingName="Main point">
  <p:cSld name="MAIN_POINT">
    <p:spTree>
      <p:nvGrpSpPr>
        <p:cNvPr id="1" name="Shape 32"/>
        <p:cNvGrpSpPr/>
        <p:nvPr/>
      </p:nvGrpSpPr>
      <p:grpSpPr>
        <a:xfrm>
          <a:off x="0" y="0"/>
          <a:ext cx="0" cy="0"/>
          <a:chOff x="0" y="0"/>
          <a:chExt cx="0" cy="0"/>
        </a:xfrm>
      </p:grpSpPr>
      <p:sp>
        <p:nvSpPr>
          <p:cNvPr id="33" name="Google Shape;33;p24"/>
          <p:cNvSpPr txBox="1">
            <a:spLocks noGrp="1"/>
          </p:cNvSpPr>
          <p:nvPr>
            <p:ph type="title"/>
          </p:nvPr>
        </p:nvSpPr>
        <p:spPr>
          <a:xfrm>
            <a:off x="1388100" y="1307100"/>
            <a:ext cx="6367800" cy="25293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6000"/>
              <a:buNone/>
              <a:defRPr sz="6000"/>
            </a:lvl1pPr>
            <a:lvl2pPr lvl="1" algn="ctr">
              <a:lnSpc>
                <a:spcPct val="100000"/>
              </a:lnSpc>
              <a:spcBef>
                <a:spcPts val="0"/>
              </a:spcBef>
              <a:spcAft>
                <a:spcPts val="0"/>
              </a:spcAft>
              <a:buSzPts val="6000"/>
              <a:buNone/>
              <a:defRPr sz="6000"/>
            </a:lvl2pPr>
            <a:lvl3pPr lvl="2" algn="ctr">
              <a:lnSpc>
                <a:spcPct val="100000"/>
              </a:lnSpc>
              <a:spcBef>
                <a:spcPts val="0"/>
              </a:spcBef>
              <a:spcAft>
                <a:spcPts val="0"/>
              </a:spcAft>
              <a:buSzPts val="6000"/>
              <a:buNone/>
              <a:defRPr sz="6000"/>
            </a:lvl3pPr>
            <a:lvl4pPr lvl="3" algn="ctr">
              <a:lnSpc>
                <a:spcPct val="100000"/>
              </a:lnSpc>
              <a:spcBef>
                <a:spcPts val="0"/>
              </a:spcBef>
              <a:spcAft>
                <a:spcPts val="0"/>
              </a:spcAft>
              <a:buSzPts val="6000"/>
              <a:buNone/>
              <a:defRPr sz="6000"/>
            </a:lvl4pPr>
            <a:lvl5pPr lvl="4" algn="ctr">
              <a:lnSpc>
                <a:spcPct val="100000"/>
              </a:lnSpc>
              <a:spcBef>
                <a:spcPts val="0"/>
              </a:spcBef>
              <a:spcAft>
                <a:spcPts val="0"/>
              </a:spcAft>
              <a:buSzPts val="6000"/>
              <a:buNone/>
              <a:defRPr sz="6000"/>
            </a:lvl5pPr>
            <a:lvl6pPr lvl="5" algn="ctr">
              <a:lnSpc>
                <a:spcPct val="100000"/>
              </a:lnSpc>
              <a:spcBef>
                <a:spcPts val="0"/>
              </a:spcBef>
              <a:spcAft>
                <a:spcPts val="0"/>
              </a:spcAft>
              <a:buSzPts val="6000"/>
              <a:buNone/>
              <a:defRPr sz="6000"/>
            </a:lvl6pPr>
            <a:lvl7pPr lvl="6" algn="ctr">
              <a:lnSpc>
                <a:spcPct val="100000"/>
              </a:lnSpc>
              <a:spcBef>
                <a:spcPts val="0"/>
              </a:spcBef>
              <a:spcAft>
                <a:spcPts val="0"/>
              </a:spcAft>
              <a:buSzPts val="6000"/>
              <a:buNone/>
              <a:defRPr sz="6000"/>
            </a:lvl7pPr>
            <a:lvl8pPr lvl="7" algn="ctr">
              <a:lnSpc>
                <a:spcPct val="100000"/>
              </a:lnSpc>
              <a:spcBef>
                <a:spcPts val="0"/>
              </a:spcBef>
              <a:spcAft>
                <a:spcPts val="0"/>
              </a:spcAft>
              <a:buSzPts val="6000"/>
              <a:buNone/>
              <a:defRPr sz="6000"/>
            </a:lvl8pPr>
            <a:lvl9pPr lvl="8" algn="ctr">
              <a:lnSpc>
                <a:spcPct val="100000"/>
              </a:lnSpc>
              <a:spcBef>
                <a:spcPts val="0"/>
              </a:spcBef>
              <a:spcAft>
                <a:spcPts val="0"/>
              </a:spcAft>
              <a:buSzPts val="6000"/>
              <a:buNone/>
              <a:defRPr sz="6000"/>
            </a:lvl9pPr>
          </a:lstStyle>
          <a:p>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matchingName="Section title and description">
  <p:cSld name="SECTION_TITLE_AND_DESCRIPTION">
    <p:spTree>
      <p:nvGrpSpPr>
        <p:cNvPr id="1" name="Shape 34"/>
        <p:cNvGrpSpPr/>
        <p:nvPr/>
      </p:nvGrpSpPr>
      <p:grpSpPr>
        <a:xfrm>
          <a:off x="0" y="0"/>
          <a:ext cx="0" cy="0"/>
          <a:chOff x="0" y="0"/>
          <a:chExt cx="0" cy="0"/>
        </a:xfrm>
      </p:grpSpPr>
      <p:sp>
        <p:nvSpPr>
          <p:cNvPr id="35" name="Google Shape;35;p25"/>
          <p:cNvSpPr txBox="1">
            <a:spLocks noGrp="1"/>
          </p:cNvSpPr>
          <p:nvPr>
            <p:ph type="title"/>
          </p:nvPr>
        </p:nvSpPr>
        <p:spPr>
          <a:xfrm>
            <a:off x="720000" y="367423"/>
            <a:ext cx="7704000" cy="8418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3600"/>
              <a:buNone/>
              <a:defRPr sz="4500"/>
            </a:lvl1pPr>
            <a:lvl2pPr lvl="1" algn="ctr">
              <a:lnSpc>
                <a:spcPct val="100000"/>
              </a:lnSpc>
              <a:spcBef>
                <a:spcPts val="0"/>
              </a:spcBef>
              <a:spcAft>
                <a:spcPts val="0"/>
              </a:spcAft>
              <a:buSzPts val="3600"/>
              <a:buNone/>
              <a:defRPr sz="3600"/>
            </a:lvl2pPr>
            <a:lvl3pPr lvl="2" algn="ctr">
              <a:lnSpc>
                <a:spcPct val="100000"/>
              </a:lnSpc>
              <a:spcBef>
                <a:spcPts val="0"/>
              </a:spcBef>
              <a:spcAft>
                <a:spcPts val="0"/>
              </a:spcAft>
              <a:buSzPts val="3600"/>
              <a:buNone/>
              <a:defRPr sz="3600"/>
            </a:lvl3pPr>
            <a:lvl4pPr lvl="3" algn="ctr">
              <a:lnSpc>
                <a:spcPct val="100000"/>
              </a:lnSpc>
              <a:spcBef>
                <a:spcPts val="0"/>
              </a:spcBef>
              <a:spcAft>
                <a:spcPts val="0"/>
              </a:spcAft>
              <a:buSzPts val="3600"/>
              <a:buNone/>
              <a:defRPr sz="3600"/>
            </a:lvl4pPr>
            <a:lvl5pPr lvl="4" algn="ctr">
              <a:lnSpc>
                <a:spcPct val="100000"/>
              </a:lnSpc>
              <a:spcBef>
                <a:spcPts val="0"/>
              </a:spcBef>
              <a:spcAft>
                <a:spcPts val="0"/>
              </a:spcAft>
              <a:buSzPts val="3600"/>
              <a:buNone/>
              <a:defRPr sz="3600"/>
            </a:lvl5pPr>
            <a:lvl6pPr lvl="5" algn="ctr">
              <a:lnSpc>
                <a:spcPct val="100000"/>
              </a:lnSpc>
              <a:spcBef>
                <a:spcPts val="0"/>
              </a:spcBef>
              <a:spcAft>
                <a:spcPts val="0"/>
              </a:spcAft>
              <a:buSzPts val="3600"/>
              <a:buNone/>
              <a:defRPr sz="3600"/>
            </a:lvl6pPr>
            <a:lvl7pPr lvl="6" algn="ctr">
              <a:lnSpc>
                <a:spcPct val="100000"/>
              </a:lnSpc>
              <a:spcBef>
                <a:spcPts val="0"/>
              </a:spcBef>
              <a:spcAft>
                <a:spcPts val="0"/>
              </a:spcAft>
              <a:buSzPts val="3600"/>
              <a:buNone/>
              <a:defRPr sz="3600"/>
            </a:lvl7pPr>
            <a:lvl8pPr lvl="7" algn="ctr">
              <a:lnSpc>
                <a:spcPct val="100000"/>
              </a:lnSpc>
              <a:spcBef>
                <a:spcPts val="0"/>
              </a:spcBef>
              <a:spcAft>
                <a:spcPts val="0"/>
              </a:spcAft>
              <a:buSzPts val="3600"/>
              <a:buNone/>
              <a:defRPr sz="3600"/>
            </a:lvl8pPr>
            <a:lvl9pPr lvl="8" algn="ctr">
              <a:lnSpc>
                <a:spcPct val="100000"/>
              </a:lnSpc>
              <a:spcBef>
                <a:spcPts val="0"/>
              </a:spcBef>
              <a:spcAft>
                <a:spcPts val="0"/>
              </a:spcAft>
              <a:buSzPts val="3600"/>
              <a:buNone/>
              <a:defRPr sz="3600"/>
            </a:lvl9pPr>
          </a:lstStyle>
          <a:p>
            <a:endParaRPr/>
          </a:p>
        </p:txBody>
      </p:sp>
      <p:sp>
        <p:nvSpPr>
          <p:cNvPr id="36" name="Google Shape;36;p25"/>
          <p:cNvSpPr txBox="1">
            <a:spLocks noGrp="1"/>
          </p:cNvSpPr>
          <p:nvPr>
            <p:ph type="subTitle" idx="1"/>
          </p:nvPr>
        </p:nvSpPr>
        <p:spPr>
          <a:xfrm>
            <a:off x="2241550" y="1348750"/>
            <a:ext cx="4661100" cy="16818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1200"/>
              <a:buNone/>
              <a:defRPr sz="1600"/>
            </a:lvl1pPr>
            <a:lvl2pPr lvl="1" algn="ctr">
              <a:lnSpc>
                <a:spcPct val="100000"/>
              </a:lnSpc>
              <a:spcBef>
                <a:spcPts val="0"/>
              </a:spcBef>
              <a:spcAft>
                <a:spcPts val="0"/>
              </a:spcAft>
              <a:buSzPts val="1200"/>
              <a:buNone/>
              <a:defRPr/>
            </a:lvl2pPr>
            <a:lvl3pPr lvl="2" algn="ctr">
              <a:lnSpc>
                <a:spcPct val="100000"/>
              </a:lnSpc>
              <a:spcBef>
                <a:spcPts val="0"/>
              </a:spcBef>
              <a:spcAft>
                <a:spcPts val="0"/>
              </a:spcAft>
              <a:buSzPts val="1200"/>
              <a:buNone/>
              <a:defRPr/>
            </a:lvl3pPr>
            <a:lvl4pPr lvl="3" algn="ctr">
              <a:lnSpc>
                <a:spcPct val="100000"/>
              </a:lnSpc>
              <a:spcBef>
                <a:spcPts val="0"/>
              </a:spcBef>
              <a:spcAft>
                <a:spcPts val="0"/>
              </a:spcAft>
              <a:buSzPts val="1200"/>
              <a:buNone/>
              <a:defRPr/>
            </a:lvl4pPr>
            <a:lvl5pPr lvl="4" algn="ctr">
              <a:lnSpc>
                <a:spcPct val="100000"/>
              </a:lnSpc>
              <a:spcBef>
                <a:spcPts val="0"/>
              </a:spcBef>
              <a:spcAft>
                <a:spcPts val="0"/>
              </a:spcAft>
              <a:buSzPts val="1200"/>
              <a:buNone/>
              <a:defRPr/>
            </a:lvl5pPr>
            <a:lvl6pPr lvl="5" algn="ctr">
              <a:lnSpc>
                <a:spcPct val="100000"/>
              </a:lnSpc>
              <a:spcBef>
                <a:spcPts val="0"/>
              </a:spcBef>
              <a:spcAft>
                <a:spcPts val="0"/>
              </a:spcAft>
              <a:buSzPts val="1200"/>
              <a:buNone/>
              <a:defRPr/>
            </a:lvl6pPr>
            <a:lvl7pPr lvl="6" algn="ctr">
              <a:lnSpc>
                <a:spcPct val="100000"/>
              </a:lnSpc>
              <a:spcBef>
                <a:spcPts val="0"/>
              </a:spcBef>
              <a:spcAft>
                <a:spcPts val="0"/>
              </a:spcAft>
              <a:buSzPts val="1200"/>
              <a:buNone/>
              <a:defRPr/>
            </a:lvl7pPr>
            <a:lvl8pPr lvl="7" algn="ctr">
              <a:lnSpc>
                <a:spcPct val="100000"/>
              </a:lnSpc>
              <a:spcBef>
                <a:spcPts val="0"/>
              </a:spcBef>
              <a:spcAft>
                <a:spcPts val="0"/>
              </a:spcAft>
              <a:buSzPts val="1200"/>
              <a:buNone/>
              <a:defRPr/>
            </a:lvl8pPr>
            <a:lvl9pPr lvl="8" algn="ctr">
              <a:lnSpc>
                <a:spcPct val="100000"/>
              </a:lnSpc>
              <a:spcBef>
                <a:spcPts val="0"/>
              </a:spcBef>
              <a:spcAft>
                <a:spcPts val="0"/>
              </a:spcAft>
              <a:buSzPts val="1200"/>
              <a:buNone/>
              <a:defRPr/>
            </a:lvl9pPr>
          </a:lstStyle>
          <a:p>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matchingName="Caption">
  <p:cSld name="CAPTION_ONLY">
    <p:spTree>
      <p:nvGrpSpPr>
        <p:cNvPr id="1" name="Shape 37"/>
        <p:cNvGrpSpPr/>
        <p:nvPr/>
      </p:nvGrpSpPr>
      <p:grpSpPr>
        <a:xfrm>
          <a:off x="0" y="0"/>
          <a:ext cx="0" cy="0"/>
          <a:chOff x="0" y="0"/>
          <a:chExt cx="0" cy="0"/>
        </a:xfrm>
      </p:grpSpPr>
      <p:sp>
        <p:nvSpPr>
          <p:cNvPr id="38" name="Google Shape;38;p26"/>
          <p:cNvSpPr txBox="1">
            <a:spLocks noGrp="1"/>
          </p:cNvSpPr>
          <p:nvPr>
            <p:ph type="title"/>
          </p:nvPr>
        </p:nvSpPr>
        <p:spPr>
          <a:xfrm>
            <a:off x="720000" y="2285400"/>
            <a:ext cx="7704000" cy="572700"/>
          </a:xfrm>
          <a:prstGeom prst="rect">
            <a:avLst/>
          </a:prstGeom>
          <a:noFill/>
          <a:ln>
            <a:noFill/>
          </a:ln>
        </p:spPr>
        <p:txBody>
          <a:bodyPr spcFirstLastPara="1" wrap="square" lIns="91425" tIns="91425" rIns="91425" bIns="91425" anchor="ctr" anchorCtr="0">
            <a:noAutofit/>
          </a:bodyPr>
          <a:lstStyle>
            <a:lvl1pPr lvl="0" algn="ctr">
              <a:lnSpc>
                <a:spcPct val="100000"/>
              </a:lnSpc>
              <a:spcBef>
                <a:spcPts val="0"/>
              </a:spcBef>
              <a:spcAft>
                <a:spcPts val="0"/>
              </a:spcAft>
              <a:buSzPts val="2400"/>
              <a:buNone/>
              <a:defRPr/>
            </a:lvl1pPr>
            <a:lvl2pPr lvl="1" algn="ctr">
              <a:lnSpc>
                <a:spcPct val="100000"/>
              </a:lnSpc>
              <a:spcBef>
                <a:spcPts val="0"/>
              </a:spcBef>
              <a:spcAft>
                <a:spcPts val="0"/>
              </a:spcAft>
              <a:buSzPts val="2400"/>
              <a:buNone/>
              <a:defRPr/>
            </a:lvl2pPr>
            <a:lvl3pPr lvl="2" algn="ctr">
              <a:lnSpc>
                <a:spcPct val="100000"/>
              </a:lnSpc>
              <a:spcBef>
                <a:spcPts val="0"/>
              </a:spcBef>
              <a:spcAft>
                <a:spcPts val="0"/>
              </a:spcAft>
              <a:buSzPts val="2400"/>
              <a:buNone/>
              <a:defRPr/>
            </a:lvl3pPr>
            <a:lvl4pPr lvl="3" algn="ctr">
              <a:lnSpc>
                <a:spcPct val="100000"/>
              </a:lnSpc>
              <a:spcBef>
                <a:spcPts val="0"/>
              </a:spcBef>
              <a:spcAft>
                <a:spcPts val="0"/>
              </a:spcAft>
              <a:buSzPts val="2400"/>
              <a:buNone/>
              <a:defRPr/>
            </a:lvl4pPr>
            <a:lvl5pPr lvl="4" algn="ctr">
              <a:lnSpc>
                <a:spcPct val="100000"/>
              </a:lnSpc>
              <a:spcBef>
                <a:spcPts val="0"/>
              </a:spcBef>
              <a:spcAft>
                <a:spcPts val="0"/>
              </a:spcAft>
              <a:buSzPts val="2400"/>
              <a:buNone/>
              <a:defRPr/>
            </a:lvl5pPr>
            <a:lvl6pPr lvl="5" algn="ctr">
              <a:lnSpc>
                <a:spcPct val="100000"/>
              </a:lnSpc>
              <a:spcBef>
                <a:spcPts val="0"/>
              </a:spcBef>
              <a:spcAft>
                <a:spcPts val="0"/>
              </a:spcAft>
              <a:buSzPts val="2400"/>
              <a:buNone/>
              <a:defRPr/>
            </a:lvl6pPr>
            <a:lvl7pPr lvl="6" algn="ctr">
              <a:lnSpc>
                <a:spcPct val="100000"/>
              </a:lnSpc>
              <a:spcBef>
                <a:spcPts val="0"/>
              </a:spcBef>
              <a:spcAft>
                <a:spcPts val="0"/>
              </a:spcAft>
              <a:buSzPts val="2400"/>
              <a:buNone/>
              <a:defRPr/>
            </a:lvl7pPr>
            <a:lvl8pPr lvl="7" algn="ctr">
              <a:lnSpc>
                <a:spcPct val="100000"/>
              </a:lnSpc>
              <a:spcBef>
                <a:spcPts val="0"/>
              </a:spcBef>
              <a:spcAft>
                <a:spcPts val="0"/>
              </a:spcAft>
              <a:buSzPts val="2400"/>
              <a:buNone/>
              <a:defRPr/>
            </a:lvl8pPr>
            <a:lvl9pPr lvl="8" algn="ctr">
              <a:lnSpc>
                <a:spcPct val="100000"/>
              </a:lnSpc>
              <a:spcBef>
                <a:spcPts val="0"/>
              </a:spcBef>
              <a:spcAft>
                <a:spcPts val="0"/>
              </a:spcAft>
              <a:buSzPts val="2400"/>
              <a:buNone/>
              <a:defRPr/>
            </a:lvl9pPr>
          </a:lstStyle>
          <a:p>
            <a:endParaRPr/>
          </a:p>
        </p:txBody>
      </p:sp>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Big number">
  <p:cSld name="BIG_NUMBER">
    <p:spTree>
      <p:nvGrpSpPr>
        <p:cNvPr id="1" name="Shape 39"/>
        <p:cNvGrpSpPr/>
        <p:nvPr/>
      </p:nvGrpSpPr>
      <p:grpSpPr>
        <a:xfrm>
          <a:off x="0" y="0"/>
          <a:ext cx="0" cy="0"/>
          <a:chOff x="0" y="0"/>
          <a:chExt cx="0" cy="0"/>
        </a:xfrm>
      </p:grpSpPr>
      <p:sp>
        <p:nvSpPr>
          <p:cNvPr id="40" name="Google Shape;40;p27"/>
          <p:cNvSpPr txBox="1">
            <a:spLocks noGrp="1"/>
          </p:cNvSpPr>
          <p:nvPr>
            <p:ph type="title" hasCustomPrompt="1"/>
          </p:nvPr>
        </p:nvSpPr>
        <p:spPr>
          <a:xfrm>
            <a:off x="1284000" y="1558475"/>
            <a:ext cx="6576000" cy="1511100"/>
          </a:xfrm>
          <a:prstGeom prst="rect">
            <a:avLst/>
          </a:prstGeom>
          <a:noFill/>
          <a:ln>
            <a:noFill/>
          </a:ln>
        </p:spPr>
        <p:txBody>
          <a:bodyPr spcFirstLastPara="1" wrap="square" lIns="91425" tIns="91425" rIns="91425" bIns="91425" anchor="b" anchorCtr="0">
            <a:noAutofit/>
          </a:bodyPr>
          <a:lstStyle>
            <a:lvl1pPr lvl="0" algn="ctr">
              <a:lnSpc>
                <a:spcPct val="100000"/>
              </a:lnSpc>
              <a:spcBef>
                <a:spcPts val="0"/>
              </a:spcBef>
              <a:spcAft>
                <a:spcPts val="0"/>
              </a:spcAft>
              <a:buSzPts val="9600"/>
              <a:buNone/>
              <a:defRPr sz="9600"/>
            </a:lvl1pPr>
            <a:lvl2pPr lvl="1" algn="ctr">
              <a:lnSpc>
                <a:spcPct val="100000"/>
              </a:lnSpc>
              <a:spcBef>
                <a:spcPts val="0"/>
              </a:spcBef>
              <a:spcAft>
                <a:spcPts val="0"/>
              </a:spcAft>
              <a:buSzPts val="9600"/>
              <a:buNone/>
              <a:defRPr sz="9600"/>
            </a:lvl2pPr>
            <a:lvl3pPr lvl="2" algn="ctr">
              <a:lnSpc>
                <a:spcPct val="100000"/>
              </a:lnSpc>
              <a:spcBef>
                <a:spcPts val="0"/>
              </a:spcBef>
              <a:spcAft>
                <a:spcPts val="0"/>
              </a:spcAft>
              <a:buSzPts val="9600"/>
              <a:buNone/>
              <a:defRPr sz="9600"/>
            </a:lvl3pPr>
            <a:lvl4pPr lvl="3" algn="ctr">
              <a:lnSpc>
                <a:spcPct val="100000"/>
              </a:lnSpc>
              <a:spcBef>
                <a:spcPts val="0"/>
              </a:spcBef>
              <a:spcAft>
                <a:spcPts val="0"/>
              </a:spcAft>
              <a:buSzPts val="9600"/>
              <a:buNone/>
              <a:defRPr sz="9600"/>
            </a:lvl4pPr>
            <a:lvl5pPr lvl="4" algn="ctr">
              <a:lnSpc>
                <a:spcPct val="100000"/>
              </a:lnSpc>
              <a:spcBef>
                <a:spcPts val="0"/>
              </a:spcBef>
              <a:spcAft>
                <a:spcPts val="0"/>
              </a:spcAft>
              <a:buSzPts val="9600"/>
              <a:buNone/>
              <a:defRPr sz="9600"/>
            </a:lvl5pPr>
            <a:lvl6pPr lvl="5" algn="ctr">
              <a:lnSpc>
                <a:spcPct val="100000"/>
              </a:lnSpc>
              <a:spcBef>
                <a:spcPts val="0"/>
              </a:spcBef>
              <a:spcAft>
                <a:spcPts val="0"/>
              </a:spcAft>
              <a:buSzPts val="9600"/>
              <a:buNone/>
              <a:defRPr sz="9600"/>
            </a:lvl6pPr>
            <a:lvl7pPr lvl="6" algn="ctr">
              <a:lnSpc>
                <a:spcPct val="100000"/>
              </a:lnSpc>
              <a:spcBef>
                <a:spcPts val="0"/>
              </a:spcBef>
              <a:spcAft>
                <a:spcPts val="0"/>
              </a:spcAft>
              <a:buSzPts val="9600"/>
              <a:buNone/>
              <a:defRPr sz="9600"/>
            </a:lvl7pPr>
            <a:lvl8pPr lvl="7" algn="ctr">
              <a:lnSpc>
                <a:spcPct val="100000"/>
              </a:lnSpc>
              <a:spcBef>
                <a:spcPts val="0"/>
              </a:spcBef>
              <a:spcAft>
                <a:spcPts val="0"/>
              </a:spcAft>
              <a:buSzPts val="9600"/>
              <a:buNone/>
              <a:defRPr sz="9600"/>
            </a:lvl8pPr>
            <a:lvl9pPr lvl="8" algn="ctr">
              <a:lnSpc>
                <a:spcPct val="100000"/>
              </a:lnSpc>
              <a:spcBef>
                <a:spcPts val="0"/>
              </a:spcBef>
              <a:spcAft>
                <a:spcPts val="0"/>
              </a:spcAft>
              <a:buSzPts val="9600"/>
              <a:buNone/>
              <a:defRPr sz="9600"/>
            </a:lvl9pPr>
          </a:lstStyle>
          <a:p>
            <a:r>
              <a:t>xx%</a:t>
            </a:r>
          </a:p>
        </p:txBody>
      </p:sp>
      <p:sp>
        <p:nvSpPr>
          <p:cNvPr id="41" name="Google Shape;41;p27"/>
          <p:cNvSpPr txBox="1">
            <a:spLocks noGrp="1"/>
          </p:cNvSpPr>
          <p:nvPr>
            <p:ph type="subTitle" idx="1"/>
          </p:nvPr>
        </p:nvSpPr>
        <p:spPr>
          <a:xfrm>
            <a:off x="1284000" y="3069625"/>
            <a:ext cx="6576000" cy="713400"/>
          </a:xfrm>
          <a:prstGeom prst="rect">
            <a:avLst/>
          </a:prstGeom>
          <a:noFill/>
          <a:ln>
            <a:noFill/>
          </a:ln>
        </p:spPr>
        <p:txBody>
          <a:bodyPr spcFirstLastPara="1" wrap="square" lIns="91425" tIns="91425" rIns="91425" bIns="91425" anchor="t" anchorCtr="0">
            <a:noAutofit/>
          </a:bodyPr>
          <a:lstStyle>
            <a:lvl1pPr lvl="0" algn="ctr">
              <a:lnSpc>
                <a:spcPct val="100000"/>
              </a:lnSpc>
              <a:spcBef>
                <a:spcPts val="0"/>
              </a:spcBef>
              <a:spcAft>
                <a:spcPts val="0"/>
              </a:spcAft>
              <a:buSzPts val="1600"/>
              <a:buNone/>
              <a:defRPr sz="1600"/>
            </a:lvl1pPr>
            <a:lvl2pPr lvl="1" algn="ctr">
              <a:lnSpc>
                <a:spcPct val="100000"/>
              </a:lnSpc>
              <a:spcBef>
                <a:spcPts val="0"/>
              </a:spcBef>
              <a:spcAft>
                <a:spcPts val="0"/>
              </a:spcAft>
              <a:buSzPts val="1600"/>
              <a:buNone/>
              <a:defRPr sz="1600"/>
            </a:lvl2pPr>
            <a:lvl3pPr lvl="2" algn="ctr">
              <a:lnSpc>
                <a:spcPct val="100000"/>
              </a:lnSpc>
              <a:spcBef>
                <a:spcPts val="0"/>
              </a:spcBef>
              <a:spcAft>
                <a:spcPts val="0"/>
              </a:spcAft>
              <a:buSzPts val="1600"/>
              <a:buNone/>
              <a:defRPr sz="1600"/>
            </a:lvl3pPr>
            <a:lvl4pPr lvl="3" algn="ctr">
              <a:lnSpc>
                <a:spcPct val="100000"/>
              </a:lnSpc>
              <a:spcBef>
                <a:spcPts val="0"/>
              </a:spcBef>
              <a:spcAft>
                <a:spcPts val="0"/>
              </a:spcAft>
              <a:buSzPts val="1600"/>
              <a:buNone/>
              <a:defRPr sz="1600"/>
            </a:lvl4pPr>
            <a:lvl5pPr lvl="4" algn="ctr">
              <a:lnSpc>
                <a:spcPct val="100000"/>
              </a:lnSpc>
              <a:spcBef>
                <a:spcPts val="0"/>
              </a:spcBef>
              <a:spcAft>
                <a:spcPts val="0"/>
              </a:spcAft>
              <a:buSzPts val="1600"/>
              <a:buNone/>
              <a:defRPr sz="1600"/>
            </a:lvl5pPr>
            <a:lvl6pPr lvl="5" algn="ctr">
              <a:lnSpc>
                <a:spcPct val="100000"/>
              </a:lnSpc>
              <a:spcBef>
                <a:spcPts val="0"/>
              </a:spcBef>
              <a:spcAft>
                <a:spcPts val="0"/>
              </a:spcAft>
              <a:buSzPts val="1600"/>
              <a:buNone/>
              <a:defRPr sz="1600"/>
            </a:lvl6pPr>
            <a:lvl7pPr lvl="6" algn="ctr">
              <a:lnSpc>
                <a:spcPct val="100000"/>
              </a:lnSpc>
              <a:spcBef>
                <a:spcPts val="0"/>
              </a:spcBef>
              <a:spcAft>
                <a:spcPts val="0"/>
              </a:spcAft>
              <a:buSzPts val="1600"/>
              <a:buNone/>
              <a:defRPr sz="1600"/>
            </a:lvl7pPr>
            <a:lvl8pPr lvl="7" algn="ctr">
              <a:lnSpc>
                <a:spcPct val="100000"/>
              </a:lnSpc>
              <a:spcBef>
                <a:spcPts val="0"/>
              </a:spcBef>
              <a:spcAft>
                <a:spcPts val="0"/>
              </a:spcAft>
              <a:buSzPts val="1600"/>
              <a:buNone/>
              <a:defRPr sz="1600"/>
            </a:lvl8pPr>
            <a:lvl9pPr lvl="8" algn="ctr">
              <a:lnSpc>
                <a:spcPct val="100000"/>
              </a:lnSpc>
              <a:spcBef>
                <a:spcPts val="0"/>
              </a:spcBef>
              <a:spcAft>
                <a:spcPts val="0"/>
              </a:spcAft>
              <a:buSzPts val="1600"/>
              <a:buNone/>
              <a:defRPr sz="1600"/>
            </a:lvl9pPr>
          </a:lstStyle>
          <a:p>
            <a:endParaRPr/>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5"/>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lvl1pPr marR="0" lvl="0"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1pPr>
            <a:lvl2pPr marR="0" lvl="1"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2pPr>
            <a:lvl3pPr marR="0" lvl="2"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3pPr>
            <a:lvl4pPr marR="0" lvl="3"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4pPr>
            <a:lvl5pPr marR="0" lvl="4"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5pPr>
            <a:lvl6pPr marR="0" lvl="5"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6pPr>
            <a:lvl7pPr marR="0" lvl="6"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7pPr>
            <a:lvl8pPr marR="0" lvl="7"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8pPr>
            <a:lvl9pPr marR="0" lvl="8" algn="ctr" rtl="0">
              <a:lnSpc>
                <a:spcPct val="100000"/>
              </a:lnSpc>
              <a:spcBef>
                <a:spcPts val="0"/>
              </a:spcBef>
              <a:spcAft>
                <a:spcPts val="0"/>
              </a:spcAft>
              <a:buClr>
                <a:schemeClr val="dk1"/>
              </a:buClr>
              <a:buSzPts val="2400"/>
              <a:buFont typeface="Montserrat"/>
              <a:buNone/>
              <a:defRPr sz="2400" b="1" i="0" u="none" strike="noStrike" cap="none">
                <a:solidFill>
                  <a:schemeClr val="dk1"/>
                </a:solidFill>
                <a:latin typeface="Montserrat"/>
                <a:ea typeface="Montserrat"/>
                <a:cs typeface="Montserrat"/>
                <a:sym typeface="Montserrat"/>
              </a:defRPr>
            </a:lvl9pPr>
          </a:lstStyle>
          <a:p>
            <a:endParaRPr/>
          </a:p>
        </p:txBody>
      </p:sp>
      <p:sp>
        <p:nvSpPr>
          <p:cNvPr id="7" name="Google Shape;7;p15"/>
          <p:cNvSpPr txBox="1">
            <a:spLocks noGrp="1"/>
          </p:cNvSpPr>
          <p:nvPr>
            <p:ph type="body" idx="1"/>
          </p:nvPr>
        </p:nvSpPr>
        <p:spPr>
          <a:xfrm>
            <a:off x="715100" y="1096600"/>
            <a:ext cx="7713600" cy="3511800"/>
          </a:xfrm>
          <a:prstGeom prst="rect">
            <a:avLst/>
          </a:prstGeom>
          <a:noFill/>
          <a:ln>
            <a:noFill/>
          </a:ln>
        </p:spPr>
        <p:txBody>
          <a:bodyPr spcFirstLastPara="1" wrap="square" lIns="91425" tIns="91425" rIns="91425" bIns="91425" anchor="t" anchorCtr="0">
            <a:noAutofit/>
          </a:bodyPr>
          <a:lstStyle>
            <a:lvl1pPr marL="457200" marR="0" lvl="0"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1pPr>
            <a:lvl2pPr marL="914400" marR="0" lvl="1"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2pPr>
            <a:lvl3pPr marL="1371600" marR="0" lvl="2"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3pPr>
            <a:lvl4pPr marL="1828800" marR="0" lvl="3"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4pPr>
            <a:lvl5pPr marL="2286000" marR="0" lvl="4"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5pPr>
            <a:lvl6pPr marL="2743200" marR="0" lvl="5"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6pPr>
            <a:lvl7pPr marL="3200400" marR="0" lvl="6"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7pPr>
            <a:lvl8pPr marL="3657600" marR="0" lvl="7"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8pPr>
            <a:lvl9pPr marL="4114800" marR="0" lvl="8" indent="-304800" algn="l" rtl="0">
              <a:lnSpc>
                <a:spcPct val="100000"/>
              </a:lnSpc>
              <a:spcBef>
                <a:spcPts val="0"/>
              </a:spcBef>
              <a:spcAft>
                <a:spcPts val="0"/>
              </a:spcAft>
              <a:buClr>
                <a:schemeClr val="dk1"/>
              </a:buClr>
              <a:buSzPts val="1200"/>
              <a:buFont typeface="Montserrat Medium"/>
              <a:buChar char="■"/>
              <a:defRPr sz="1200" b="0" i="0" u="none" strike="noStrike" cap="none">
                <a:solidFill>
                  <a:schemeClr val="dk1"/>
                </a:solidFill>
                <a:latin typeface="Montserrat Medium"/>
                <a:ea typeface="Montserrat Medium"/>
                <a:cs typeface="Montserrat Medium"/>
                <a:sym typeface="Montserrat Medium"/>
              </a:defRPr>
            </a:lvl9pPr>
          </a:lstStyle>
          <a:p>
            <a:endParaRPr/>
          </a:p>
        </p:txBody>
      </p:sp>
    </p:spTree>
  </p:cSld>
  <p:clrMap bg1="lt1" tx1="dk1" bg2="dk2" tx2="lt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hf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3" Type="http://schemas.openxmlformats.org/officeDocument/2006/relationships/hyperlink" Target="https://www.kaggle.com/datasets/dsfelix/us-stores-sales" TargetMode="External"/><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3" Type="http://schemas.openxmlformats.org/officeDocument/2006/relationships/image" Target="../media/image1.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3" Type="http://schemas.openxmlformats.org/officeDocument/2006/relationships/image" Target="../media/image2.png"/><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45"/>
        <p:cNvGrpSpPr/>
        <p:nvPr/>
      </p:nvGrpSpPr>
      <p:grpSpPr>
        <a:xfrm>
          <a:off x="0" y="0"/>
          <a:ext cx="0" cy="0"/>
          <a:chOff x="0" y="0"/>
          <a:chExt cx="0" cy="0"/>
        </a:xfrm>
      </p:grpSpPr>
      <p:sp>
        <p:nvSpPr>
          <p:cNvPr id="46" name="Google Shape;46;p1"/>
          <p:cNvSpPr txBox="1">
            <a:spLocks noGrp="1"/>
          </p:cNvSpPr>
          <p:nvPr>
            <p:ph type="ctrTitle"/>
          </p:nvPr>
        </p:nvSpPr>
        <p:spPr>
          <a:xfrm>
            <a:off x="457200" y="1224901"/>
            <a:ext cx="4998900" cy="2483400"/>
          </a:xfrm>
          <a:prstGeom prst="rect">
            <a:avLst/>
          </a:prstGeom>
          <a:noFill/>
          <a:ln>
            <a:noFill/>
          </a:ln>
        </p:spPr>
        <p:txBody>
          <a:bodyPr spcFirstLastPara="1" wrap="square" lIns="91425" tIns="91425" rIns="91425" bIns="91425" anchor="b" anchorCtr="0">
            <a:noAutofit/>
          </a:bodyPr>
          <a:lstStyle/>
          <a:p>
            <a:pPr marL="0" lvl="0" indent="0" algn="l" rtl="0">
              <a:lnSpc>
                <a:spcPct val="90000"/>
              </a:lnSpc>
              <a:spcBef>
                <a:spcPts val="0"/>
              </a:spcBef>
              <a:spcAft>
                <a:spcPts val="0"/>
              </a:spcAft>
              <a:buSzPts val="5200"/>
              <a:buNone/>
            </a:pPr>
            <a:r>
              <a:rPr lang="en"/>
              <a:t>Coffee Shop Sales and Profit Analysis</a:t>
            </a:r>
            <a:endParaRPr/>
          </a:p>
        </p:txBody>
      </p:sp>
      <p:sp>
        <p:nvSpPr>
          <p:cNvPr id="47" name="Google Shape;47;p1"/>
          <p:cNvSpPr txBox="1">
            <a:spLocks noGrp="1"/>
          </p:cNvSpPr>
          <p:nvPr>
            <p:ph type="subTitle" idx="1"/>
          </p:nvPr>
        </p:nvSpPr>
        <p:spPr>
          <a:xfrm>
            <a:off x="457200" y="3620858"/>
            <a:ext cx="4487400" cy="431100"/>
          </a:xfrm>
          <a:prstGeom prst="rect">
            <a:avLst/>
          </a:prstGeom>
          <a:noFill/>
          <a:ln>
            <a:noFill/>
          </a:ln>
        </p:spPr>
        <p:txBody>
          <a:bodyPr spcFirstLastPara="1" wrap="square" lIns="91425" tIns="91425" rIns="91425" bIns="91425" anchor="t" anchorCtr="0">
            <a:noAutofit/>
          </a:bodyPr>
          <a:lstStyle/>
          <a:p>
            <a:pPr marL="0" lvl="0" indent="0" algn="l" rtl="0">
              <a:lnSpc>
                <a:spcPct val="100000"/>
              </a:lnSpc>
              <a:spcBef>
                <a:spcPts val="0"/>
              </a:spcBef>
              <a:spcAft>
                <a:spcPts val="0"/>
              </a:spcAft>
              <a:buSzPts val="1200"/>
              <a:buNone/>
            </a:pPr>
            <a:r>
              <a:rPr lang="en"/>
              <a:t>By Ahsan Mubarak</a:t>
            </a:r>
            <a:endParaRPr/>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1"/>
        <p:cNvGrpSpPr/>
        <p:nvPr/>
      </p:nvGrpSpPr>
      <p:grpSpPr>
        <a:xfrm>
          <a:off x="0" y="0"/>
          <a:ext cx="0" cy="0"/>
          <a:chOff x="0" y="0"/>
          <a:chExt cx="0" cy="0"/>
        </a:xfrm>
      </p:grpSpPr>
      <p:sp>
        <p:nvSpPr>
          <p:cNvPr id="52" name="Google Shape;52;p2"/>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Business Context and Objective</a:t>
            </a:r>
            <a:endParaRPr/>
          </a:p>
          <a:p>
            <a:pPr marL="0" lvl="0" indent="0" algn="ctr" rtl="0">
              <a:lnSpc>
                <a:spcPct val="100000"/>
              </a:lnSpc>
              <a:spcBef>
                <a:spcPts val="0"/>
              </a:spcBef>
              <a:spcAft>
                <a:spcPts val="0"/>
              </a:spcAft>
              <a:buClr>
                <a:schemeClr val="dk1"/>
              </a:buClr>
              <a:buSzPts val="1100"/>
              <a:buFont typeface="Arial"/>
              <a:buNone/>
            </a:pPr>
            <a:endParaRPr/>
          </a:p>
        </p:txBody>
      </p:sp>
      <p:sp>
        <p:nvSpPr>
          <p:cNvPr id="53" name="Google Shape;53;p2"/>
          <p:cNvSpPr txBox="1"/>
          <p:nvPr/>
        </p:nvSpPr>
        <p:spPr>
          <a:xfrm>
            <a:off x="671250" y="973075"/>
            <a:ext cx="7801500" cy="4420800"/>
          </a:xfrm>
          <a:prstGeom prst="rect">
            <a:avLst/>
          </a:prstGeom>
          <a:noFill/>
          <a:ln>
            <a:noFill/>
          </a:ln>
        </p:spPr>
        <p:txBody>
          <a:bodyPr spcFirstLastPara="1" wrap="square" lIns="91425" tIns="91425" rIns="91425" bIns="91425" anchor="t" anchorCtr="0">
            <a:spAutoFit/>
          </a:bodyPr>
          <a:lstStyle/>
          <a:p>
            <a:pPr marL="0" lvl="0" indent="0" algn="l" rtl="0">
              <a:lnSpc>
                <a:spcPct val="115000"/>
              </a:lnSpc>
              <a:spcBef>
                <a:spcPts val="1200"/>
              </a:spcBef>
              <a:spcAft>
                <a:spcPts val="0"/>
              </a:spcAft>
              <a:buClr>
                <a:schemeClr val="dk1"/>
              </a:buClr>
              <a:buSzPts val="1100"/>
              <a:buFont typeface="Arial"/>
              <a:buNone/>
            </a:pPr>
            <a:r>
              <a:rPr lang="en" sz="1600" b="1">
                <a:solidFill>
                  <a:schemeClr val="dk1"/>
                </a:solidFill>
                <a:latin typeface="Montserrat"/>
                <a:ea typeface="Montserrat"/>
                <a:cs typeface="Montserrat"/>
                <a:sym typeface="Montserrat"/>
              </a:rPr>
              <a:t>Context:</a:t>
            </a:r>
            <a:br>
              <a:rPr lang="en" sz="1600">
                <a:solidFill>
                  <a:schemeClr val="dk1"/>
                </a:solidFill>
                <a:latin typeface="Montserrat Medium"/>
                <a:ea typeface="Montserrat Medium"/>
                <a:cs typeface="Montserrat Medium"/>
                <a:sym typeface="Montserrat Medium"/>
              </a:rPr>
            </a:br>
            <a:r>
              <a:rPr lang="en" sz="1600">
                <a:solidFill>
                  <a:schemeClr val="dk1"/>
                </a:solidFill>
                <a:latin typeface="Montserrat Medium"/>
                <a:ea typeface="Montserrat Medium"/>
                <a:cs typeface="Montserrat Medium"/>
                <a:sym typeface="Montserrat Medium"/>
              </a:rPr>
              <a:t>In the food and beverage industry, coffee shops face strong competition. Sales and profit are the main indicators that show how well the business is running. By looking at sales trends and profit distribution, we can understand which products and markets contribute the most. This helps the business know where they are strong and where they need to improve.</a:t>
            </a:r>
            <a:endParaRPr sz="1600">
              <a:solidFill>
                <a:schemeClr val="dk1"/>
              </a:solidFill>
              <a:latin typeface="Montserrat Medium"/>
              <a:ea typeface="Montserrat Medium"/>
              <a:cs typeface="Montserrat Medium"/>
              <a:sym typeface="Montserrat Medium"/>
            </a:endParaRPr>
          </a:p>
          <a:p>
            <a:pPr marL="0" lvl="0" indent="0" algn="l" rtl="0">
              <a:lnSpc>
                <a:spcPct val="115000"/>
              </a:lnSpc>
              <a:spcBef>
                <a:spcPts val="1200"/>
              </a:spcBef>
              <a:spcAft>
                <a:spcPts val="0"/>
              </a:spcAft>
              <a:buClr>
                <a:schemeClr val="dk1"/>
              </a:buClr>
              <a:buSzPts val="1100"/>
              <a:buFont typeface="Arial"/>
              <a:buNone/>
            </a:pPr>
            <a:r>
              <a:rPr lang="en" sz="1600" b="1">
                <a:solidFill>
                  <a:schemeClr val="dk1"/>
                </a:solidFill>
                <a:latin typeface="Montserrat"/>
                <a:ea typeface="Montserrat"/>
                <a:cs typeface="Montserrat"/>
                <a:sym typeface="Montserrat"/>
              </a:rPr>
              <a:t>Objective:</a:t>
            </a:r>
            <a:br>
              <a:rPr lang="en" sz="1600" b="1">
                <a:solidFill>
                  <a:schemeClr val="dk1"/>
                </a:solidFill>
                <a:latin typeface="Montserrat"/>
                <a:ea typeface="Montserrat"/>
                <a:cs typeface="Montserrat"/>
                <a:sym typeface="Montserrat"/>
              </a:rPr>
            </a:br>
            <a:r>
              <a:rPr lang="en" sz="1600">
                <a:solidFill>
                  <a:schemeClr val="dk1"/>
                </a:solidFill>
                <a:latin typeface="Montserrat Medium"/>
                <a:ea typeface="Montserrat Medium"/>
                <a:cs typeface="Montserrat Medium"/>
                <a:sym typeface="Montserrat Medium"/>
              </a:rPr>
              <a:t>The aim of this analysis is to explore sales and profit performance of a coffee shop. The goal is to find top products, markets, and customer segments that drive revenue and profit. With these insights, the coffee shop can make better decisions for pricing, promotion, and product strategy to increase overall profitability.</a:t>
            </a:r>
            <a:endParaRPr sz="1600">
              <a:solidFill>
                <a:schemeClr val="dk1"/>
              </a:solidFill>
              <a:latin typeface="Montserrat Medium"/>
              <a:ea typeface="Montserrat Medium"/>
              <a:cs typeface="Montserrat Medium"/>
              <a:sym typeface="Montserrat Medium"/>
            </a:endParaRPr>
          </a:p>
          <a:p>
            <a:pPr marL="0" lvl="0" indent="0" algn="l" rtl="0">
              <a:spcBef>
                <a:spcPts val="1200"/>
              </a:spcBef>
              <a:spcAft>
                <a:spcPts val="0"/>
              </a:spcAft>
              <a:buNone/>
            </a:pPr>
            <a:endParaRPr sz="1600">
              <a:latin typeface="Montserrat Medium"/>
              <a:ea typeface="Montserrat Medium"/>
              <a:cs typeface="Montserrat Medium"/>
              <a:sym typeface="Montserrat Medium"/>
            </a:endParaRPr>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57"/>
        <p:cNvGrpSpPr/>
        <p:nvPr/>
      </p:nvGrpSpPr>
      <p:grpSpPr>
        <a:xfrm>
          <a:off x="0" y="0"/>
          <a:ext cx="0" cy="0"/>
          <a:chOff x="0" y="0"/>
          <a:chExt cx="0" cy="0"/>
        </a:xfrm>
      </p:grpSpPr>
      <p:sp>
        <p:nvSpPr>
          <p:cNvPr id="58" name="Google Shape;58;p3"/>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spcBef>
                <a:spcPts val="0"/>
              </a:spcBef>
              <a:spcAft>
                <a:spcPts val="0"/>
              </a:spcAft>
              <a:buClr>
                <a:schemeClr val="dk1"/>
              </a:buClr>
              <a:buSzPts val="1100"/>
              <a:buFont typeface="Arial"/>
              <a:buNone/>
            </a:pPr>
            <a:r>
              <a:rPr lang="en"/>
              <a:t>Dataset Overview</a:t>
            </a:r>
            <a:endParaRPr/>
          </a:p>
          <a:p>
            <a:pPr marL="0" lvl="0" indent="0" algn="ctr" rtl="0">
              <a:lnSpc>
                <a:spcPct val="100000"/>
              </a:lnSpc>
              <a:spcBef>
                <a:spcPts val="0"/>
              </a:spcBef>
              <a:spcAft>
                <a:spcPts val="0"/>
              </a:spcAft>
              <a:buClr>
                <a:schemeClr val="dk1"/>
              </a:buClr>
              <a:buSzPts val="1100"/>
              <a:buFont typeface="Arial"/>
              <a:buNone/>
            </a:pPr>
            <a:endParaRPr/>
          </a:p>
        </p:txBody>
      </p:sp>
      <p:sp>
        <p:nvSpPr>
          <p:cNvPr id="59" name="Google Shape;59;p3"/>
          <p:cNvSpPr txBox="1"/>
          <p:nvPr/>
        </p:nvSpPr>
        <p:spPr>
          <a:xfrm>
            <a:off x="219900" y="973075"/>
            <a:ext cx="8704200" cy="3220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rgbClr val="000000"/>
                </a:solidFill>
                <a:latin typeface="Montserrat Medium"/>
                <a:ea typeface="Montserrat Medium"/>
                <a:cs typeface="Montserrat Medium"/>
                <a:sym typeface="Montserrat Medium"/>
              </a:rPr>
              <a:t>Dataset: USA Coffeeshop</a:t>
            </a:r>
            <a:endParaRPr sz="1600">
              <a:solidFill>
                <a:srgbClr val="000000"/>
              </a:solidFill>
              <a:latin typeface="Montserrat Medium"/>
              <a:ea typeface="Montserrat Medium"/>
              <a:cs typeface="Montserrat Medium"/>
              <a:sym typeface="Montserrat Medium"/>
            </a:endParaRPr>
          </a:p>
          <a:p>
            <a:pPr marL="0" lvl="0" indent="0" algn="l" rtl="0">
              <a:spcBef>
                <a:spcPts val="0"/>
              </a:spcBef>
              <a:spcAft>
                <a:spcPts val="0"/>
              </a:spcAft>
              <a:buNone/>
            </a:pPr>
            <a:r>
              <a:rPr lang="en" sz="1600">
                <a:solidFill>
                  <a:srgbClr val="000000"/>
                </a:solidFill>
                <a:latin typeface="Montserrat Medium"/>
                <a:ea typeface="Montserrat Medium"/>
                <a:cs typeface="Montserrat Medium"/>
                <a:sym typeface="Montserrat Medium"/>
              </a:rPr>
              <a:t>Source:</a:t>
            </a:r>
            <a:r>
              <a:rPr lang="en" sz="1600">
                <a:latin typeface="Montserrat Medium"/>
                <a:ea typeface="Montserrat Medium"/>
                <a:cs typeface="Montserrat Medium"/>
                <a:sym typeface="Montserrat Medium"/>
              </a:rPr>
              <a:t> </a:t>
            </a:r>
            <a:r>
              <a:rPr lang="en" sz="1600" u="sng">
                <a:solidFill>
                  <a:srgbClr val="008ABC"/>
                </a:solidFill>
                <a:latin typeface="Montserrat Medium"/>
                <a:ea typeface="Montserrat Medium"/>
                <a:cs typeface="Montserrat Medium"/>
                <a:sym typeface="Montserrat Medium"/>
                <a:hlinkClick r:id="rId3">
                  <a:extLst>
                    <a:ext uri="{A12FA001-AC4F-418D-AE19-62706E023703}">
                      <ahyp:hlinkClr xmlns:ahyp="http://schemas.microsoft.com/office/drawing/2018/hyperlinkcolor" val="tx"/>
                    </a:ext>
                  </a:extLst>
                </a:hlinkClick>
              </a:rPr>
              <a:t>Kaggle - USA Coffeeshop</a:t>
            </a:r>
            <a:endParaRPr sz="1600">
              <a:solidFill>
                <a:srgbClr val="9AA0A6"/>
              </a:solidFill>
              <a:latin typeface="Montserrat Medium"/>
              <a:ea typeface="Montserrat Medium"/>
              <a:cs typeface="Montserrat Medium"/>
              <a:sym typeface="Montserrat Medium"/>
            </a:endParaRPr>
          </a:p>
          <a:p>
            <a:pPr marL="0" lvl="0" indent="0" algn="l" rtl="0">
              <a:lnSpc>
                <a:spcPct val="115000"/>
              </a:lnSpc>
              <a:spcBef>
                <a:spcPts val="1200"/>
              </a:spcBef>
              <a:spcAft>
                <a:spcPts val="0"/>
              </a:spcAft>
              <a:buNone/>
            </a:pPr>
            <a:r>
              <a:rPr lang="en" sz="1600">
                <a:solidFill>
                  <a:schemeClr val="dk1"/>
                </a:solidFill>
                <a:latin typeface="Montserrat Medium"/>
                <a:ea typeface="Montserrat Medium"/>
                <a:cs typeface="Montserrat Medium"/>
                <a:sym typeface="Montserrat Medium"/>
              </a:rPr>
              <a:t>This dataset contains information about Sales Values in Dollars on American Coffee shops between 2010 and 2011.</a:t>
            </a:r>
            <a:endParaRPr sz="1600">
              <a:solidFill>
                <a:schemeClr val="dk1"/>
              </a:solidFill>
              <a:latin typeface="Montserrat Medium"/>
              <a:ea typeface="Montserrat Medium"/>
              <a:cs typeface="Montserrat Medium"/>
              <a:sym typeface="Montserrat Medium"/>
            </a:endParaRPr>
          </a:p>
          <a:p>
            <a:pPr marL="0" lvl="0" indent="0" algn="l" rtl="0">
              <a:lnSpc>
                <a:spcPct val="115000"/>
              </a:lnSpc>
              <a:spcBef>
                <a:spcPts val="1200"/>
              </a:spcBef>
              <a:spcAft>
                <a:spcPts val="0"/>
              </a:spcAft>
              <a:buNone/>
            </a:pPr>
            <a:r>
              <a:rPr lang="en" sz="1600">
                <a:solidFill>
                  <a:srgbClr val="000000"/>
                </a:solidFill>
                <a:latin typeface="Montserrat Medium"/>
                <a:ea typeface="Montserrat Medium"/>
                <a:cs typeface="Montserrat Medium"/>
                <a:sym typeface="Montserrat Medium"/>
              </a:rPr>
              <a:t>This dataset includes:</a:t>
            </a:r>
            <a:endParaRPr sz="1600">
              <a:solidFill>
                <a:srgbClr val="000000"/>
              </a:solidFill>
              <a:latin typeface="Montserrat Medium"/>
              <a:ea typeface="Montserrat Medium"/>
              <a:cs typeface="Montserrat Medium"/>
              <a:sym typeface="Montserrat Medium"/>
            </a:endParaRPr>
          </a:p>
          <a:p>
            <a:pPr marL="457200" lvl="0" indent="-330200" algn="l" rtl="0">
              <a:spcBef>
                <a:spcPts val="1200"/>
              </a:spcBef>
              <a:spcAft>
                <a:spcPts val="0"/>
              </a:spcAft>
              <a:buClr>
                <a:srgbClr val="000000"/>
              </a:buClr>
              <a:buSzPts val="1600"/>
              <a:buFont typeface="Montserrat Medium"/>
              <a:buChar char="●"/>
            </a:pPr>
            <a:r>
              <a:rPr lang="en" sz="1600">
                <a:latin typeface="Montserrat Medium"/>
                <a:ea typeface="Montserrat Medium"/>
                <a:cs typeface="Montserrat Medium"/>
                <a:sym typeface="Montserrat Medium"/>
              </a:rPr>
              <a:t>Profit </a:t>
            </a:r>
            <a:endParaRPr sz="1600">
              <a:latin typeface="Montserrat Medium"/>
              <a:ea typeface="Montserrat Medium"/>
              <a:cs typeface="Montserrat Medium"/>
              <a:sym typeface="Montserrat Medium"/>
            </a:endParaRPr>
          </a:p>
          <a:p>
            <a:pPr marL="457200" lvl="0" indent="-330200" algn="l" rtl="0">
              <a:spcBef>
                <a:spcPts val="0"/>
              </a:spcBef>
              <a:spcAft>
                <a:spcPts val="0"/>
              </a:spcAft>
              <a:buClr>
                <a:srgbClr val="000000"/>
              </a:buClr>
              <a:buSzPts val="1600"/>
              <a:buFont typeface="Montserrat Medium"/>
              <a:buChar char="●"/>
            </a:pPr>
            <a:r>
              <a:rPr lang="en" sz="1600">
                <a:latin typeface="Montserrat Medium"/>
                <a:ea typeface="Montserrat Medium"/>
                <a:cs typeface="Montserrat Medium"/>
                <a:sym typeface="Montserrat Medium"/>
              </a:rPr>
              <a:t>Sales</a:t>
            </a:r>
            <a:endParaRPr sz="1600">
              <a:latin typeface="Montserrat Medium"/>
              <a:ea typeface="Montserrat Medium"/>
              <a:cs typeface="Montserrat Medium"/>
              <a:sym typeface="Montserrat Medium"/>
            </a:endParaRPr>
          </a:p>
          <a:p>
            <a:pPr marL="457200" lvl="0" indent="-330200" algn="l" rtl="0">
              <a:spcBef>
                <a:spcPts val="0"/>
              </a:spcBef>
              <a:spcAft>
                <a:spcPts val="0"/>
              </a:spcAft>
              <a:buSzPts val="1600"/>
              <a:buFont typeface="Montserrat Medium"/>
              <a:buChar char="●"/>
            </a:pPr>
            <a:r>
              <a:rPr lang="en" sz="1600">
                <a:latin typeface="Montserrat Medium"/>
                <a:ea typeface="Montserrat Medium"/>
                <a:cs typeface="Montserrat Medium"/>
                <a:sym typeface="Montserrat Medium"/>
              </a:rPr>
              <a:t>State</a:t>
            </a:r>
            <a:endParaRPr sz="1600">
              <a:latin typeface="Montserrat Medium"/>
              <a:ea typeface="Montserrat Medium"/>
              <a:cs typeface="Montserrat Medium"/>
              <a:sym typeface="Montserrat Medium"/>
            </a:endParaRPr>
          </a:p>
          <a:p>
            <a:pPr marL="457200" lvl="0" indent="-330200" algn="l" rtl="0">
              <a:spcBef>
                <a:spcPts val="0"/>
              </a:spcBef>
              <a:spcAft>
                <a:spcPts val="0"/>
              </a:spcAft>
              <a:buSzPts val="1600"/>
              <a:buFont typeface="Montserrat Medium"/>
              <a:buChar char="●"/>
            </a:pPr>
            <a:r>
              <a:rPr lang="en" sz="1600">
                <a:latin typeface="Montserrat Medium"/>
                <a:ea typeface="Montserrat Medium"/>
                <a:cs typeface="Montserrat Medium"/>
                <a:sym typeface="Montserrat Medium"/>
              </a:rPr>
              <a:t>Product</a:t>
            </a:r>
            <a:endParaRPr sz="1600">
              <a:latin typeface="Montserrat Medium"/>
              <a:ea typeface="Montserrat Medium"/>
              <a:cs typeface="Montserrat Medium"/>
              <a:sym typeface="Montserrat Medium"/>
            </a:endParaRPr>
          </a:p>
          <a:p>
            <a:pPr marL="457200" lvl="0" indent="-330200" algn="l" rtl="0">
              <a:spcBef>
                <a:spcPts val="0"/>
              </a:spcBef>
              <a:spcAft>
                <a:spcPts val="0"/>
              </a:spcAft>
              <a:buSzPts val="1600"/>
              <a:buFont typeface="Montserrat Medium"/>
              <a:buChar char="●"/>
            </a:pPr>
            <a:r>
              <a:rPr lang="en" sz="1600">
                <a:latin typeface="Montserrat Medium"/>
                <a:ea typeface="Montserrat Medium"/>
                <a:cs typeface="Montserrat Medium"/>
                <a:sym typeface="Montserrat Medium"/>
              </a:rPr>
              <a:t>Market size </a:t>
            </a:r>
            <a:endParaRPr sz="1600">
              <a:latin typeface="Montserrat Medium"/>
              <a:ea typeface="Montserrat Medium"/>
              <a:cs typeface="Montserrat Medium"/>
              <a:sym typeface="Montserrat Medium"/>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63"/>
        <p:cNvGrpSpPr/>
        <p:nvPr/>
      </p:nvGrpSpPr>
      <p:grpSpPr>
        <a:xfrm>
          <a:off x="0" y="0"/>
          <a:ext cx="0" cy="0"/>
          <a:chOff x="0" y="0"/>
          <a:chExt cx="0" cy="0"/>
        </a:xfrm>
      </p:grpSpPr>
      <p:sp>
        <p:nvSpPr>
          <p:cNvPr id="64" name="Google Shape;64;p4"/>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Most Profitable State</a:t>
            </a:r>
            <a:endParaRPr/>
          </a:p>
        </p:txBody>
      </p:sp>
      <p:pic>
        <p:nvPicPr>
          <p:cNvPr id="65" name="Google Shape;65;p4" title="Cuplikan layar 2025-08-18 104924.png"/>
          <p:cNvPicPr preferRelativeResize="0"/>
          <p:nvPr/>
        </p:nvPicPr>
        <p:blipFill>
          <a:blip r:embed="rId3">
            <a:alphaModFix/>
          </a:blip>
          <a:stretch>
            <a:fillRect/>
          </a:stretch>
        </p:blipFill>
        <p:spPr>
          <a:xfrm>
            <a:off x="209550" y="973075"/>
            <a:ext cx="4609902" cy="3865625"/>
          </a:xfrm>
          <a:prstGeom prst="rect">
            <a:avLst/>
          </a:prstGeom>
          <a:noFill/>
          <a:ln>
            <a:noFill/>
          </a:ln>
        </p:spPr>
      </p:pic>
      <p:sp>
        <p:nvSpPr>
          <p:cNvPr id="66" name="Google Shape;66;p4"/>
          <p:cNvSpPr txBox="1"/>
          <p:nvPr/>
        </p:nvSpPr>
        <p:spPr>
          <a:xfrm>
            <a:off x="4819450" y="973075"/>
            <a:ext cx="4324500" cy="41250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Montserrat Medium"/>
                <a:ea typeface="Montserrat Medium"/>
                <a:cs typeface="Montserrat Medium"/>
                <a:sym typeface="Montserrat Medium"/>
              </a:rPr>
              <a:t>Insight</a:t>
            </a: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California $ 31,785k</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Illinois $ 30,821k</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New Mexico $ 799</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California leads with the highest profit, followed by Illinois and New York, showing that these states are the key contributors to overall profitability</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New Mexico has the lowest profit among the state, indicating either a smaller market size.</a:t>
            </a:r>
            <a:endParaRPr sz="16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0"/>
        <p:cNvGrpSpPr/>
        <p:nvPr/>
      </p:nvGrpSpPr>
      <p:grpSpPr>
        <a:xfrm>
          <a:off x="0" y="0"/>
          <a:ext cx="0" cy="0"/>
          <a:chOff x="0" y="0"/>
          <a:chExt cx="0" cy="0"/>
        </a:xfrm>
      </p:grpSpPr>
      <p:sp>
        <p:nvSpPr>
          <p:cNvPr id="71" name="Google Shape;71;p5"/>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Top 5 Product with Highest Profit Margin</a:t>
            </a:r>
            <a:endParaRPr/>
          </a:p>
        </p:txBody>
      </p:sp>
      <p:pic>
        <p:nvPicPr>
          <p:cNvPr id="72" name="Google Shape;72;p5" title="Cuplikan layar 2025-08-18 104335.png"/>
          <p:cNvPicPr preferRelativeResize="0"/>
          <p:nvPr/>
        </p:nvPicPr>
        <p:blipFill>
          <a:blip r:embed="rId3">
            <a:alphaModFix/>
          </a:blip>
          <a:stretch>
            <a:fillRect/>
          </a:stretch>
        </p:blipFill>
        <p:spPr>
          <a:xfrm>
            <a:off x="285750" y="1086163"/>
            <a:ext cx="4446301" cy="2971175"/>
          </a:xfrm>
          <a:prstGeom prst="rect">
            <a:avLst/>
          </a:prstGeom>
          <a:noFill/>
          <a:ln>
            <a:noFill/>
          </a:ln>
        </p:spPr>
      </p:pic>
      <p:sp>
        <p:nvSpPr>
          <p:cNvPr id="73" name="Google Shape;73;p5"/>
          <p:cNvSpPr txBox="1"/>
          <p:nvPr/>
        </p:nvSpPr>
        <p:spPr>
          <a:xfrm>
            <a:off x="4732050" y="973075"/>
            <a:ext cx="4183500" cy="44022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dirty="0">
                <a:solidFill>
                  <a:schemeClr val="dk1"/>
                </a:solidFill>
                <a:latin typeface="Montserrat Medium"/>
                <a:ea typeface="Montserrat Medium"/>
                <a:cs typeface="Montserrat Medium"/>
                <a:sym typeface="Montserrat Medium"/>
              </a:rPr>
              <a:t>Insight</a:t>
            </a:r>
            <a:endParaRPr sz="1600" dirty="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dirty="0">
                <a:solidFill>
                  <a:schemeClr val="dk1"/>
                </a:solidFill>
                <a:latin typeface="Montserrat Medium"/>
                <a:ea typeface="Montserrat Medium"/>
                <a:cs typeface="Montserrat Medium"/>
                <a:sym typeface="Montserrat Medium"/>
              </a:rPr>
              <a:t>Decaf espresso: 36.9%</a:t>
            </a:r>
            <a:endParaRPr sz="1600" dirty="0">
              <a:solidFill>
                <a:schemeClr val="dk1"/>
              </a:solidFill>
              <a:latin typeface="Montserrat Medium"/>
              <a:ea typeface="Montserrat Medium"/>
              <a:cs typeface="Montserrat Medium"/>
              <a:sym typeface="Montserrat Medium"/>
            </a:endParaRPr>
          </a:p>
          <a:p>
            <a:pPr marL="0" lvl="0" indent="0" algn="l" rtl="0">
              <a:spcBef>
                <a:spcPts val="0"/>
              </a:spcBef>
              <a:spcAft>
                <a:spcPts val="0"/>
              </a:spcAft>
              <a:buNone/>
            </a:pPr>
            <a:endParaRPr sz="1600" dirty="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dirty="0">
                <a:solidFill>
                  <a:schemeClr val="dk1"/>
                </a:solidFill>
                <a:latin typeface="Montserrat Medium"/>
                <a:ea typeface="Montserrat Medium"/>
                <a:cs typeface="Montserrat Medium"/>
                <a:sym typeface="Montserrat Medium"/>
              </a:rPr>
              <a:t>Decaf espresso: 35.2%</a:t>
            </a:r>
            <a:endParaRPr sz="1600" dirty="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dirty="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dirty="0">
                <a:solidFill>
                  <a:schemeClr val="dk1"/>
                </a:solidFill>
                <a:latin typeface="Montserrat Medium"/>
                <a:ea typeface="Montserrat Medium"/>
                <a:cs typeface="Montserrat Medium"/>
                <a:sym typeface="Montserrat Medium"/>
              </a:rPr>
              <a:t>Columbian 33.9%</a:t>
            </a:r>
            <a:endParaRPr sz="1600" dirty="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dirty="0">
              <a:solidFill>
                <a:schemeClr val="dk1"/>
              </a:solidFill>
              <a:latin typeface="Montserrat Medium"/>
              <a:ea typeface="Montserrat Medium"/>
              <a:cs typeface="Montserrat Medium"/>
              <a:sym typeface="Montserrat Medium"/>
            </a:endParaRPr>
          </a:p>
          <a:p>
            <a:pPr marL="457200" lvl="0" indent="-330200" algn="l" rtl="0">
              <a:lnSpc>
                <a:spcPct val="170000"/>
              </a:lnSpc>
              <a:spcBef>
                <a:spcPts val="0"/>
              </a:spcBef>
              <a:spcAft>
                <a:spcPts val="0"/>
              </a:spcAft>
              <a:buClr>
                <a:schemeClr val="dk1"/>
              </a:buClr>
              <a:buSzPts val="1600"/>
              <a:buFont typeface="Montserrat Medium"/>
              <a:buChar char="●"/>
            </a:pPr>
            <a:r>
              <a:rPr lang="en" sz="1600" dirty="0">
                <a:solidFill>
                  <a:schemeClr val="dk1"/>
                </a:solidFill>
                <a:latin typeface="Montserrat Medium"/>
                <a:ea typeface="Montserrat Medium"/>
                <a:cs typeface="Montserrat Medium"/>
                <a:sym typeface="Montserrat Medium"/>
              </a:rPr>
              <a:t>Decaf Espresso has the highest profit margin, followed closely by Darjeeling and Columbian. These products are the most efficient at converting sales into profit.</a:t>
            </a:r>
            <a:endParaRPr sz="1600" dirty="0">
              <a:solidFill>
                <a:schemeClr val="dk1"/>
              </a:solidFill>
              <a:latin typeface="Montserrat Medium"/>
              <a:ea typeface="Montserrat Medium"/>
              <a:cs typeface="Montserrat Medium"/>
              <a:sym typeface="Montserrat Medium"/>
            </a:endParaRPr>
          </a:p>
          <a:p>
            <a:pPr marL="457200" lvl="0" indent="0" algn="l" rtl="0">
              <a:spcBef>
                <a:spcPts val="1200"/>
              </a:spcBef>
              <a:spcAft>
                <a:spcPts val="0"/>
              </a:spcAft>
              <a:buNone/>
            </a:pPr>
            <a:endParaRPr sz="1600" dirty="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77"/>
        <p:cNvGrpSpPr/>
        <p:nvPr/>
      </p:nvGrpSpPr>
      <p:grpSpPr>
        <a:xfrm>
          <a:off x="0" y="0"/>
          <a:ext cx="0" cy="0"/>
          <a:chOff x="0" y="0"/>
          <a:chExt cx="0" cy="0"/>
        </a:xfrm>
      </p:grpSpPr>
      <p:sp>
        <p:nvSpPr>
          <p:cNvPr id="78" name="Google Shape;78;p6"/>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Top 5 Product with The Lowest Profit Margin </a:t>
            </a:r>
            <a:endParaRPr/>
          </a:p>
        </p:txBody>
      </p:sp>
      <p:pic>
        <p:nvPicPr>
          <p:cNvPr id="79" name="Google Shape;79;p6" title="Cuplikan layar 2025-08-18 104341.png"/>
          <p:cNvPicPr preferRelativeResize="0"/>
          <p:nvPr/>
        </p:nvPicPr>
        <p:blipFill>
          <a:blip r:embed="rId3">
            <a:alphaModFix/>
          </a:blip>
          <a:stretch>
            <a:fillRect/>
          </a:stretch>
        </p:blipFill>
        <p:spPr>
          <a:xfrm>
            <a:off x="152400" y="1125475"/>
            <a:ext cx="4522501" cy="2742575"/>
          </a:xfrm>
          <a:prstGeom prst="rect">
            <a:avLst/>
          </a:prstGeom>
          <a:noFill/>
          <a:ln>
            <a:noFill/>
          </a:ln>
        </p:spPr>
      </p:pic>
      <p:sp>
        <p:nvSpPr>
          <p:cNvPr id="80" name="Google Shape;80;p6"/>
          <p:cNvSpPr txBox="1"/>
          <p:nvPr/>
        </p:nvSpPr>
        <p:spPr>
          <a:xfrm>
            <a:off x="4674900" y="973075"/>
            <a:ext cx="4469100" cy="47469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Montserrat Medium"/>
                <a:ea typeface="Montserrat Medium"/>
                <a:cs typeface="Montserrat Medium"/>
                <a:sym typeface="Montserrat Medium"/>
              </a:rPr>
              <a:t>Insight </a:t>
            </a:r>
            <a:endParaRPr sz="1600">
              <a:solidFill>
                <a:schemeClr val="dk1"/>
              </a:solidFill>
              <a:latin typeface="Montserrat Medium"/>
              <a:ea typeface="Montserrat Medium"/>
              <a:cs typeface="Montserrat Medium"/>
              <a:sym typeface="Montserrat Medium"/>
            </a:endParaRPr>
          </a:p>
          <a:p>
            <a:pPr marL="457200" lvl="0" indent="-330200" algn="l" rtl="0">
              <a:lnSpc>
                <a:spcPct val="170000"/>
              </a:lnSpc>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Green Tea: -127.5%</a:t>
            </a: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Caffe Mocha: 4.65%</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Mint: 9.80%</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lnSpc>
                <a:spcPct val="170000"/>
              </a:lnSpc>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Green Tea has an unusually negative profit margin, which suggests it might be underpriced or overproduced. Immediate action should be taken to either increase its price or reduce associated costs.</a:t>
            </a:r>
            <a:endParaRPr sz="1600">
              <a:solidFill>
                <a:schemeClr val="dk1"/>
              </a:solidFill>
              <a:latin typeface="Montserrat Medium"/>
              <a:ea typeface="Montserrat Medium"/>
              <a:cs typeface="Montserrat Medium"/>
              <a:sym typeface="Montserrat Medium"/>
            </a:endParaRPr>
          </a:p>
          <a:p>
            <a:pPr marL="457200" lvl="0" indent="0" algn="l" rtl="0">
              <a:spcBef>
                <a:spcPts val="1200"/>
              </a:spcBef>
              <a:spcAft>
                <a:spcPts val="0"/>
              </a:spcAft>
              <a:buNone/>
            </a:pPr>
            <a:endParaRPr sz="16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84"/>
        <p:cNvGrpSpPr/>
        <p:nvPr/>
      </p:nvGrpSpPr>
      <p:grpSpPr>
        <a:xfrm>
          <a:off x="0" y="0"/>
          <a:ext cx="0" cy="0"/>
          <a:chOff x="0" y="0"/>
          <a:chExt cx="0" cy="0"/>
        </a:xfrm>
      </p:grpSpPr>
      <p:sp>
        <p:nvSpPr>
          <p:cNvPr id="85" name="Google Shape;85;p7"/>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Sales by Market Size</a:t>
            </a:r>
            <a:endParaRPr/>
          </a:p>
        </p:txBody>
      </p:sp>
      <p:pic>
        <p:nvPicPr>
          <p:cNvPr id="86" name="Google Shape;86;p7" title="Cuplikan layar 2025-08-18 104316.png"/>
          <p:cNvPicPr preferRelativeResize="0"/>
          <p:nvPr/>
        </p:nvPicPr>
        <p:blipFill>
          <a:blip r:embed="rId3">
            <a:alphaModFix/>
          </a:blip>
          <a:stretch>
            <a:fillRect/>
          </a:stretch>
        </p:blipFill>
        <p:spPr>
          <a:xfrm>
            <a:off x="452551" y="1079250"/>
            <a:ext cx="4597675" cy="3492750"/>
          </a:xfrm>
          <a:prstGeom prst="rect">
            <a:avLst/>
          </a:prstGeom>
          <a:noFill/>
          <a:ln>
            <a:noFill/>
          </a:ln>
        </p:spPr>
      </p:pic>
      <p:sp>
        <p:nvSpPr>
          <p:cNvPr id="87" name="Google Shape;87;p7"/>
          <p:cNvSpPr txBox="1"/>
          <p:nvPr/>
        </p:nvSpPr>
        <p:spPr>
          <a:xfrm>
            <a:off x="5050225" y="966075"/>
            <a:ext cx="4126200" cy="39096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Montserrat Medium"/>
                <a:ea typeface="Montserrat Medium"/>
                <a:cs typeface="Montserrat Medium"/>
                <a:sym typeface="Montserrat Medium"/>
              </a:rPr>
              <a:t>Insight</a:t>
            </a: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Major Market: $425,1k</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Small Market: $394,7k</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lnSpc>
                <a:spcPct val="170000"/>
              </a:lnSpc>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Major Market leads by a significant margin, showing that larger markets are more lucrative. This should be a focal point for expanding campaigns.</a:t>
            </a:r>
            <a:endParaRPr sz="1600">
              <a:solidFill>
                <a:schemeClr val="dk1"/>
              </a:solidFill>
              <a:latin typeface="Montserrat Medium"/>
              <a:ea typeface="Montserrat Medium"/>
              <a:cs typeface="Montserrat Medium"/>
              <a:sym typeface="Montserrat Medium"/>
            </a:endParaRPr>
          </a:p>
          <a:p>
            <a:pPr marL="457200" lvl="0" indent="0" algn="l" rtl="0">
              <a:spcBef>
                <a:spcPts val="1200"/>
              </a:spcBef>
              <a:spcAft>
                <a:spcPts val="0"/>
              </a:spcAft>
              <a:buNone/>
            </a:pPr>
            <a:endParaRPr sz="16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1"/>
        <p:cNvGrpSpPr/>
        <p:nvPr/>
      </p:nvGrpSpPr>
      <p:grpSpPr>
        <a:xfrm>
          <a:off x="0" y="0"/>
          <a:ext cx="0" cy="0"/>
          <a:chOff x="0" y="0"/>
          <a:chExt cx="0" cy="0"/>
        </a:xfrm>
      </p:grpSpPr>
      <p:sp>
        <p:nvSpPr>
          <p:cNvPr id="92" name="Google Shape;92;p8"/>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Profit VS Sales</a:t>
            </a:r>
            <a:endParaRPr/>
          </a:p>
        </p:txBody>
      </p:sp>
      <p:pic>
        <p:nvPicPr>
          <p:cNvPr id="93" name="Google Shape;93;p8" title="Cuplikan layar 2025-08-18 112125.png"/>
          <p:cNvPicPr preferRelativeResize="0"/>
          <p:nvPr/>
        </p:nvPicPr>
        <p:blipFill>
          <a:blip r:embed="rId3">
            <a:alphaModFix/>
          </a:blip>
          <a:stretch>
            <a:fillRect/>
          </a:stretch>
        </p:blipFill>
        <p:spPr>
          <a:xfrm>
            <a:off x="133350" y="1096075"/>
            <a:ext cx="4808249" cy="3300750"/>
          </a:xfrm>
          <a:prstGeom prst="rect">
            <a:avLst/>
          </a:prstGeom>
          <a:noFill/>
          <a:ln>
            <a:noFill/>
          </a:ln>
        </p:spPr>
      </p:pic>
      <p:sp>
        <p:nvSpPr>
          <p:cNvPr id="94" name="Google Shape;94;p8"/>
          <p:cNvSpPr txBox="1"/>
          <p:nvPr/>
        </p:nvSpPr>
        <p:spPr>
          <a:xfrm>
            <a:off x="4941600" y="1096075"/>
            <a:ext cx="4202400" cy="2893800"/>
          </a:xfrm>
          <a:prstGeom prst="rect">
            <a:avLst/>
          </a:prstGeom>
          <a:noFill/>
          <a:ln>
            <a:noFill/>
          </a:ln>
        </p:spPr>
        <p:txBody>
          <a:bodyPr spcFirstLastPara="1" wrap="square" lIns="91425" tIns="91425" rIns="91425" bIns="91425" anchor="t" anchorCtr="0">
            <a:spAutoFit/>
          </a:bodyPr>
          <a:lstStyle/>
          <a:p>
            <a:pPr marL="0" lvl="0" indent="0" algn="l" rtl="0">
              <a:spcBef>
                <a:spcPts val="0"/>
              </a:spcBef>
              <a:spcAft>
                <a:spcPts val="0"/>
              </a:spcAft>
              <a:buNone/>
            </a:pPr>
            <a:r>
              <a:rPr lang="en" sz="1600">
                <a:solidFill>
                  <a:schemeClr val="dk1"/>
                </a:solidFill>
                <a:latin typeface="Montserrat Medium"/>
                <a:ea typeface="Montserrat Medium"/>
                <a:cs typeface="Montserrat Medium"/>
                <a:sym typeface="Montserrat Medium"/>
              </a:rPr>
              <a:t>Insight</a:t>
            </a: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Profit vs Sales Correlation: 0.80 (strong positive correlation)</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a:p>
            <a:pPr marL="457200" lvl="0" indent="-330200" algn="l" rtl="0">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The strong positive correlation between Profit and Sales suggests that as sales increase, profits generally increase as well. This reinforces the importance of driving sales to boost profitability.</a:t>
            </a:r>
            <a:endParaRPr sz="1600">
              <a:solidFill>
                <a:schemeClr val="dk1"/>
              </a:solidFill>
              <a:latin typeface="Montserrat Medium"/>
              <a:ea typeface="Montserrat Medium"/>
              <a:cs typeface="Montserrat Medium"/>
              <a:sym typeface="Montserrat Medium"/>
            </a:endParaRPr>
          </a:p>
          <a:p>
            <a:pPr marL="457200" lvl="0" indent="0" algn="l" rtl="0">
              <a:spcBef>
                <a:spcPts val="0"/>
              </a:spcBef>
              <a:spcAft>
                <a:spcPts val="0"/>
              </a:spcAft>
              <a:buNone/>
            </a:pPr>
            <a:endParaRPr sz="16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98"/>
        <p:cNvGrpSpPr/>
        <p:nvPr/>
      </p:nvGrpSpPr>
      <p:grpSpPr>
        <a:xfrm>
          <a:off x="0" y="0"/>
          <a:ext cx="0" cy="0"/>
          <a:chOff x="0" y="0"/>
          <a:chExt cx="0" cy="0"/>
        </a:xfrm>
      </p:grpSpPr>
      <p:sp>
        <p:nvSpPr>
          <p:cNvPr id="99" name="Google Shape;99;p9"/>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Final Insight and Recommendation</a:t>
            </a:r>
            <a:endParaRPr/>
          </a:p>
        </p:txBody>
      </p:sp>
      <p:sp>
        <p:nvSpPr>
          <p:cNvPr id="100" name="Google Shape;100;p9"/>
          <p:cNvSpPr txBox="1"/>
          <p:nvPr/>
        </p:nvSpPr>
        <p:spPr>
          <a:xfrm>
            <a:off x="452550" y="973075"/>
            <a:ext cx="8238900" cy="3712500"/>
          </a:xfrm>
          <a:prstGeom prst="rect">
            <a:avLst/>
          </a:prstGeom>
          <a:noFill/>
          <a:ln>
            <a:noFill/>
          </a:ln>
        </p:spPr>
        <p:txBody>
          <a:bodyPr spcFirstLastPara="1" wrap="square" lIns="91425" tIns="91425" rIns="91425" bIns="91425" anchor="t" anchorCtr="0">
            <a:spAutoFit/>
          </a:bodyPr>
          <a:lstStyle/>
          <a:p>
            <a:pPr marL="0" lvl="0" indent="0" algn="l" rtl="0">
              <a:lnSpc>
                <a:spcPct val="170000"/>
              </a:lnSpc>
              <a:spcBef>
                <a:spcPts val="0"/>
              </a:spcBef>
              <a:spcAft>
                <a:spcPts val="0"/>
              </a:spcAft>
              <a:buNone/>
            </a:pPr>
            <a:r>
              <a:rPr lang="en" sz="1600" b="1">
                <a:solidFill>
                  <a:srgbClr val="000000"/>
                </a:solidFill>
                <a:latin typeface="Montserrat"/>
                <a:ea typeface="Montserrat"/>
                <a:cs typeface="Montserrat"/>
                <a:sym typeface="Montserrat"/>
              </a:rPr>
              <a:t>Final Insight</a:t>
            </a:r>
            <a:endParaRPr sz="1600" b="1">
              <a:solidFill>
                <a:srgbClr val="000000"/>
              </a:solidFill>
              <a:latin typeface="Montserrat"/>
              <a:ea typeface="Montserrat"/>
              <a:cs typeface="Montserrat"/>
              <a:sym typeface="Montserrat"/>
            </a:endParaRPr>
          </a:p>
          <a:p>
            <a:pPr marL="0" lvl="0" indent="0" algn="l" rtl="0">
              <a:lnSpc>
                <a:spcPct val="170000"/>
              </a:lnSpc>
              <a:spcBef>
                <a:spcPts val="900"/>
              </a:spcBef>
              <a:spcAft>
                <a:spcPts val="0"/>
              </a:spcAft>
              <a:buNone/>
            </a:pPr>
            <a:r>
              <a:rPr lang="en" sz="1600">
                <a:solidFill>
                  <a:schemeClr val="dk1"/>
                </a:solidFill>
                <a:latin typeface="Montserrat Medium"/>
                <a:ea typeface="Montserrat Medium"/>
                <a:cs typeface="Montserrat Medium"/>
                <a:sym typeface="Montserrat Medium"/>
              </a:rPr>
              <a:t>Based on the insights above:</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120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Decaf Espresso, Darjeeling, and Columbian are the top products with the highest margins they’re good at turning sales into profit.</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Green Tea has a negative profit margin and needs a pricing or cost review ASAP.</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California, Illinois, and New York are the big contributors to profit.</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Smaller markets aren't doing great, but there’s room for growth with targeted marketing.</a:t>
            </a:r>
            <a:endParaRPr sz="1600">
              <a:solidFill>
                <a:schemeClr val="dk1"/>
              </a:solidFill>
              <a:latin typeface="Montserrat Medium"/>
              <a:ea typeface="Montserrat Medium"/>
              <a:cs typeface="Montserrat Medium"/>
              <a:sym typeface="Montserrat Medium"/>
            </a:endParaRPr>
          </a:p>
          <a:p>
            <a:pPr marL="457200" lvl="0" indent="0" algn="l" rtl="0">
              <a:spcBef>
                <a:spcPts val="1500"/>
              </a:spcBef>
              <a:spcAft>
                <a:spcPts val="0"/>
              </a:spcAft>
              <a:buNone/>
            </a:pPr>
            <a:endParaRPr sz="16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04"/>
        <p:cNvGrpSpPr/>
        <p:nvPr/>
      </p:nvGrpSpPr>
      <p:grpSpPr>
        <a:xfrm>
          <a:off x="0" y="0"/>
          <a:ext cx="0" cy="0"/>
          <a:chOff x="0" y="0"/>
          <a:chExt cx="0" cy="0"/>
        </a:xfrm>
      </p:grpSpPr>
      <p:sp>
        <p:nvSpPr>
          <p:cNvPr id="105" name="Google Shape;105;g3757c5f00d6_0_28"/>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Final Insight and Recommendation</a:t>
            </a:r>
            <a:endParaRPr/>
          </a:p>
        </p:txBody>
      </p:sp>
      <p:sp>
        <p:nvSpPr>
          <p:cNvPr id="106" name="Google Shape;106;g3757c5f00d6_0_28"/>
          <p:cNvSpPr txBox="1"/>
          <p:nvPr/>
        </p:nvSpPr>
        <p:spPr>
          <a:xfrm>
            <a:off x="452550" y="973075"/>
            <a:ext cx="8238900" cy="3146100"/>
          </a:xfrm>
          <a:prstGeom prst="rect">
            <a:avLst/>
          </a:prstGeom>
          <a:noFill/>
          <a:ln>
            <a:noFill/>
          </a:ln>
        </p:spPr>
        <p:txBody>
          <a:bodyPr spcFirstLastPara="1" wrap="square" lIns="91425" tIns="91425" rIns="91425" bIns="91425" anchor="t" anchorCtr="0">
            <a:spAutoFit/>
          </a:bodyPr>
          <a:lstStyle/>
          <a:p>
            <a:pPr marL="0" lvl="0" indent="0" algn="l" rtl="0">
              <a:lnSpc>
                <a:spcPct val="170000"/>
              </a:lnSpc>
              <a:spcBef>
                <a:spcPts val="0"/>
              </a:spcBef>
              <a:spcAft>
                <a:spcPts val="0"/>
              </a:spcAft>
              <a:buNone/>
            </a:pPr>
            <a:r>
              <a:rPr lang="en" sz="1600" b="1">
                <a:solidFill>
                  <a:srgbClr val="000000"/>
                </a:solidFill>
                <a:latin typeface="Montserrat"/>
                <a:ea typeface="Montserrat"/>
                <a:cs typeface="Montserrat"/>
                <a:sym typeface="Montserrat"/>
              </a:rPr>
              <a:t>Final Insight</a:t>
            </a:r>
            <a:endParaRPr sz="1600" b="1">
              <a:solidFill>
                <a:srgbClr val="000000"/>
              </a:solidFill>
              <a:latin typeface="Montserrat"/>
              <a:ea typeface="Montserrat"/>
              <a:cs typeface="Montserrat"/>
              <a:sym typeface="Montserrat"/>
            </a:endParaRPr>
          </a:p>
          <a:p>
            <a:pPr marL="0" lvl="0" indent="0" algn="l" rtl="0">
              <a:lnSpc>
                <a:spcPct val="170000"/>
              </a:lnSpc>
              <a:spcBef>
                <a:spcPts val="900"/>
              </a:spcBef>
              <a:spcAft>
                <a:spcPts val="0"/>
              </a:spcAft>
              <a:buNone/>
            </a:pPr>
            <a:r>
              <a:rPr lang="en" sz="1600">
                <a:solidFill>
                  <a:schemeClr val="dk1"/>
                </a:solidFill>
                <a:latin typeface="Montserrat Medium"/>
                <a:ea typeface="Montserrat Medium"/>
                <a:cs typeface="Montserrat Medium"/>
                <a:sym typeface="Montserrat Medium"/>
              </a:rPr>
              <a:t>Based on the insights above:</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120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There's a strong link between sales and profit. The more sales, the more profit. But low-margin products like Green Tea could be pulling down the numbers.</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0"/>
              </a:spcBef>
              <a:spcAft>
                <a:spcPts val="0"/>
              </a:spcAft>
              <a:buClr>
                <a:schemeClr val="dk1"/>
              </a:buClr>
              <a:buSzPts val="1600"/>
              <a:buFont typeface="Montserrat Medium"/>
              <a:buChar char="●"/>
            </a:pPr>
            <a:r>
              <a:rPr lang="en" sz="1600">
                <a:solidFill>
                  <a:schemeClr val="dk1"/>
                </a:solidFill>
                <a:latin typeface="Montserrat Medium"/>
                <a:ea typeface="Montserrat Medium"/>
                <a:cs typeface="Montserrat Medium"/>
                <a:sym typeface="Montserrat Medium"/>
              </a:rPr>
              <a:t>Major markets lead in sales, but small markets can still grow with the right strategies.</a:t>
            </a:r>
            <a:endParaRPr sz="1600">
              <a:solidFill>
                <a:schemeClr val="dk1"/>
              </a:solidFill>
              <a:latin typeface="Montserrat Medium"/>
              <a:ea typeface="Montserrat Medium"/>
              <a:cs typeface="Montserrat Medium"/>
              <a:sym typeface="Montserrat Medium"/>
            </a:endParaRPr>
          </a:p>
          <a:p>
            <a:pPr marL="457200" lvl="0" indent="0" algn="l" rtl="0">
              <a:spcBef>
                <a:spcPts val="1500"/>
              </a:spcBef>
              <a:spcAft>
                <a:spcPts val="0"/>
              </a:spcAft>
              <a:buNone/>
            </a:pPr>
            <a:endParaRPr sz="1600">
              <a:solidFill>
                <a:schemeClr val="dk1"/>
              </a:solidFill>
              <a:latin typeface="Montserrat Medium"/>
              <a:ea typeface="Montserrat Medium"/>
              <a:cs typeface="Montserrat Medium"/>
              <a:sym typeface="Montserrat Medium"/>
            </a:endParaRP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solidFill>
          <a:schemeClr val="lt1"/>
        </a:solidFill>
        <a:effectLst/>
      </p:bgPr>
    </p:bg>
    <p:spTree>
      <p:nvGrpSpPr>
        <p:cNvPr id="1" name="Shape 110"/>
        <p:cNvGrpSpPr/>
        <p:nvPr/>
      </p:nvGrpSpPr>
      <p:grpSpPr>
        <a:xfrm>
          <a:off x="0" y="0"/>
          <a:ext cx="0" cy="0"/>
          <a:chOff x="0" y="0"/>
          <a:chExt cx="0" cy="0"/>
        </a:xfrm>
      </p:grpSpPr>
      <p:sp>
        <p:nvSpPr>
          <p:cNvPr id="111" name="Google Shape;111;g3757c5f00d6_0_33"/>
          <p:cNvSpPr txBox="1">
            <a:spLocks noGrp="1"/>
          </p:cNvSpPr>
          <p:nvPr>
            <p:ph type="title"/>
          </p:nvPr>
        </p:nvSpPr>
        <p:spPr>
          <a:xfrm>
            <a:off x="452550" y="411475"/>
            <a:ext cx="8238900" cy="561600"/>
          </a:xfrm>
          <a:prstGeom prst="rect">
            <a:avLst/>
          </a:prstGeom>
          <a:noFill/>
          <a:ln>
            <a:noFill/>
          </a:ln>
        </p:spPr>
        <p:txBody>
          <a:bodyPr spcFirstLastPara="1" wrap="square" lIns="91425" tIns="91425" rIns="91425" bIns="91425" anchor="t" anchorCtr="0">
            <a:noAutofit/>
          </a:bodyPr>
          <a:lstStyle/>
          <a:p>
            <a:pPr marL="0" lvl="0" indent="0" algn="ctr" rtl="0">
              <a:lnSpc>
                <a:spcPct val="100000"/>
              </a:lnSpc>
              <a:spcBef>
                <a:spcPts val="0"/>
              </a:spcBef>
              <a:spcAft>
                <a:spcPts val="0"/>
              </a:spcAft>
              <a:buClr>
                <a:schemeClr val="dk1"/>
              </a:buClr>
              <a:buSzPts val="1100"/>
              <a:buFont typeface="Arial"/>
              <a:buNone/>
            </a:pPr>
            <a:r>
              <a:rPr lang="en"/>
              <a:t>Final Insight and Recommendation</a:t>
            </a:r>
            <a:endParaRPr/>
          </a:p>
        </p:txBody>
      </p:sp>
      <p:sp>
        <p:nvSpPr>
          <p:cNvPr id="112" name="Google Shape;112;g3757c5f00d6_0_33"/>
          <p:cNvSpPr txBox="1"/>
          <p:nvPr/>
        </p:nvSpPr>
        <p:spPr>
          <a:xfrm>
            <a:off x="452550" y="973075"/>
            <a:ext cx="8238900" cy="4028100"/>
          </a:xfrm>
          <a:prstGeom prst="rect">
            <a:avLst/>
          </a:prstGeom>
          <a:noFill/>
          <a:ln>
            <a:noFill/>
          </a:ln>
        </p:spPr>
        <p:txBody>
          <a:bodyPr spcFirstLastPara="1" wrap="square" lIns="91425" tIns="91425" rIns="91425" bIns="91425" anchor="t" anchorCtr="0">
            <a:spAutoFit/>
          </a:bodyPr>
          <a:lstStyle/>
          <a:p>
            <a:pPr marL="0" lvl="0" indent="0" algn="l" rtl="0">
              <a:lnSpc>
                <a:spcPct val="170000"/>
              </a:lnSpc>
              <a:spcBef>
                <a:spcPts val="0"/>
              </a:spcBef>
              <a:spcAft>
                <a:spcPts val="0"/>
              </a:spcAft>
              <a:buClr>
                <a:schemeClr val="dk1"/>
              </a:buClr>
              <a:buSzPts val="1100"/>
              <a:buFont typeface="Arial"/>
              <a:buNone/>
            </a:pPr>
            <a:r>
              <a:rPr lang="en" sz="1600">
                <a:solidFill>
                  <a:schemeClr val="dk1"/>
                </a:solidFill>
                <a:latin typeface="Montserrat Medium"/>
                <a:ea typeface="Montserrat Medium"/>
                <a:cs typeface="Montserrat Medium"/>
                <a:sym typeface="Montserrat Medium"/>
              </a:rPr>
              <a:t>Recommendations:</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1200"/>
              </a:spcBef>
              <a:spcAft>
                <a:spcPts val="0"/>
              </a:spcAft>
              <a:buClr>
                <a:schemeClr val="dk1"/>
              </a:buClr>
              <a:buSzPts val="1600"/>
              <a:buFont typeface="Montserrat Medium"/>
              <a:buAutoNum type="arabicPeriod"/>
            </a:pPr>
            <a:r>
              <a:rPr lang="en" sz="1600">
                <a:solidFill>
                  <a:schemeClr val="dk1"/>
                </a:solidFill>
                <a:latin typeface="Montserrat Medium"/>
                <a:ea typeface="Montserrat Medium"/>
                <a:cs typeface="Montserrat Medium"/>
                <a:sym typeface="Montserrat Medium"/>
              </a:rPr>
              <a:t>Focus on High-Profit Products Promote products like Decaf Espresso and Darjeeling to boost profit without adding extra costs.</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0"/>
              </a:spcBef>
              <a:spcAft>
                <a:spcPts val="0"/>
              </a:spcAft>
              <a:buClr>
                <a:schemeClr val="dk1"/>
              </a:buClr>
              <a:buSzPts val="1600"/>
              <a:buFont typeface="Montserrat Medium"/>
              <a:buAutoNum type="arabicPeriod"/>
            </a:pPr>
            <a:r>
              <a:rPr lang="en" sz="1600">
                <a:solidFill>
                  <a:schemeClr val="dk1"/>
                </a:solidFill>
                <a:latin typeface="Montserrat Medium"/>
                <a:ea typeface="Montserrat Medium"/>
                <a:cs typeface="Montserrat Medium"/>
                <a:sym typeface="Montserrat Medium"/>
              </a:rPr>
              <a:t>Fix Low-Profit Products Green Tea needs a price hike or cost cut. If it doesn’t improve, think about discontinuing it.</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0"/>
              </a:spcBef>
              <a:spcAft>
                <a:spcPts val="0"/>
              </a:spcAft>
              <a:buClr>
                <a:schemeClr val="dk1"/>
              </a:buClr>
              <a:buSzPts val="1600"/>
              <a:buFont typeface="Montserrat Medium"/>
              <a:buAutoNum type="arabicPeriod"/>
            </a:pPr>
            <a:r>
              <a:rPr lang="en" sz="1600">
                <a:solidFill>
                  <a:schemeClr val="dk1"/>
                </a:solidFill>
                <a:latin typeface="Montserrat Medium"/>
                <a:ea typeface="Montserrat Medium"/>
                <a:cs typeface="Montserrat Medium"/>
                <a:sym typeface="Montserrat Medium"/>
              </a:rPr>
              <a:t>Market More in Major Areas Keep focusing on Major Markets since they drive most of the sales. But also consider segmenting those markets for more targeted campaigns.</a:t>
            </a:r>
            <a:endParaRPr sz="1600">
              <a:solidFill>
                <a:schemeClr val="dk1"/>
              </a:solidFill>
              <a:latin typeface="Montserrat Medium"/>
              <a:ea typeface="Montserrat Medium"/>
              <a:cs typeface="Montserrat Medium"/>
              <a:sym typeface="Montserrat Medium"/>
            </a:endParaRPr>
          </a:p>
          <a:p>
            <a:pPr marL="457200" lvl="0" indent="-330200" algn="l" rtl="0">
              <a:lnSpc>
                <a:spcPct val="115000"/>
              </a:lnSpc>
              <a:spcBef>
                <a:spcPts val="0"/>
              </a:spcBef>
              <a:spcAft>
                <a:spcPts val="0"/>
              </a:spcAft>
              <a:buClr>
                <a:schemeClr val="dk1"/>
              </a:buClr>
              <a:buSzPts val="1600"/>
              <a:buFont typeface="Montserrat Medium"/>
              <a:buAutoNum type="arabicPeriod"/>
            </a:pPr>
            <a:r>
              <a:rPr lang="en" sz="1600">
                <a:solidFill>
                  <a:schemeClr val="dk1"/>
                </a:solidFill>
                <a:latin typeface="Montserrat Medium"/>
                <a:ea typeface="Montserrat Medium"/>
                <a:cs typeface="Montserrat Medium"/>
                <a:sym typeface="Montserrat Medium"/>
              </a:rPr>
              <a:t>Grow Small Market Sales Invest in smaller markets by running ads and promos specific to those regions, or partner with local retailers and influencers.</a:t>
            </a:r>
            <a:endParaRPr sz="1600">
              <a:solidFill>
                <a:schemeClr val="dk1"/>
              </a:solidFill>
              <a:latin typeface="Montserrat Medium"/>
              <a:ea typeface="Montserrat Medium"/>
              <a:cs typeface="Montserrat Medium"/>
              <a:sym typeface="Montserrat Medium"/>
            </a:endParaRPr>
          </a:p>
          <a:p>
            <a:pPr marL="457200" lvl="0" indent="0" algn="l" rtl="0">
              <a:spcBef>
                <a:spcPts val="1500"/>
              </a:spcBef>
              <a:spcAft>
                <a:spcPts val="0"/>
              </a:spcAft>
              <a:buNone/>
            </a:pPr>
            <a:endParaRPr sz="1600">
              <a:solidFill>
                <a:schemeClr val="dk1"/>
              </a:solidFill>
              <a:latin typeface="Montserrat Medium"/>
              <a:ea typeface="Montserrat Medium"/>
              <a:cs typeface="Montserrat Medium"/>
              <a:sym typeface="Montserrat Medium"/>
            </a:endParaRPr>
          </a:p>
        </p:txBody>
      </p:sp>
    </p:spTree>
  </p:cSld>
  <p:clrMapOvr>
    <a:masterClrMapping/>
  </p:clrMapOvr>
</p:sld>
</file>

<file path=ppt/theme/theme1.xml><?xml version="1.0" encoding="utf-8"?>
<a:theme xmlns:a="http://schemas.openxmlformats.org/drawingml/2006/main" name="Circular Diagram Infographics by Slidesgo">
  <a:themeElements>
    <a:clrScheme name="Simple Light">
      <a:dk1>
        <a:srgbClr val="000000"/>
      </a:dk1>
      <a:lt1>
        <a:srgbClr val="FFFFFF"/>
      </a:lt1>
      <a:dk2>
        <a:srgbClr val="39A4DA"/>
      </a:dk2>
      <a:lt2>
        <a:srgbClr val="44C4E1"/>
      </a:lt2>
      <a:accent1>
        <a:srgbClr val="C1E5DB"/>
      </a:accent1>
      <a:accent2>
        <a:srgbClr val="FAF2CB"/>
      </a:accent2>
      <a:accent3>
        <a:srgbClr val="FFC952"/>
      </a:accent3>
      <a:accent4>
        <a:srgbClr val="FF7072"/>
      </a:accent4>
      <a:accent5>
        <a:srgbClr val="FFFFFF"/>
      </a:accent5>
      <a:accent6>
        <a:srgbClr val="FFFFFF"/>
      </a:accent6>
      <a:hlink>
        <a:srgbClr val="000000"/>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674</Words>
  <Application>Microsoft Office PowerPoint</Application>
  <PresentationFormat>On-screen Show (16:9)</PresentationFormat>
  <Paragraphs>73</Paragraphs>
  <Slides>11</Slides>
  <Notes>11</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11</vt:i4>
      </vt:variant>
    </vt:vector>
  </HeadingPairs>
  <TitlesOfParts>
    <vt:vector size="15" baseType="lpstr">
      <vt:lpstr>Montserrat</vt:lpstr>
      <vt:lpstr>Montserrat Medium</vt:lpstr>
      <vt:lpstr>Arial</vt:lpstr>
      <vt:lpstr>Circular Diagram Infographics by Slidesgo</vt:lpstr>
      <vt:lpstr>Coffee Shop Sales and Profit Analysis</vt:lpstr>
      <vt:lpstr>Business Context and Objective </vt:lpstr>
      <vt:lpstr>Dataset Overview </vt:lpstr>
      <vt:lpstr>Most Profitable State</vt:lpstr>
      <vt:lpstr>Top 5 Product with Highest Profit Margin</vt:lpstr>
      <vt:lpstr>Top 5 Product with The Lowest Profit Margin </vt:lpstr>
      <vt:lpstr>Sales by Market Size</vt:lpstr>
      <vt:lpstr>Profit VS Sales</vt:lpstr>
      <vt:lpstr>Final Insight and Recommendation</vt:lpstr>
      <vt:lpstr>Final Insight and Recommendation</vt:lpstr>
      <vt:lpstr>Final Insight and Recommendation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ahsan mubarak</cp:lastModifiedBy>
  <cp:revision>1</cp:revision>
  <dcterms:modified xsi:type="dcterms:W3CDTF">2025-08-20T13:55:13Z</dcterms:modified>
</cp:coreProperties>
</file>